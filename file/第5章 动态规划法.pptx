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0"/>
  </p:handoutMasterIdLst>
  <p:sldIdLst>
    <p:sldId id="256" r:id="rId3"/>
    <p:sldId id="349" r:id="rId5"/>
    <p:sldId id="257" r:id="rId6"/>
    <p:sldId id="356" r:id="rId7"/>
    <p:sldId id="350" r:id="rId8"/>
    <p:sldId id="351" r:id="rId9"/>
    <p:sldId id="259" r:id="rId10"/>
    <p:sldId id="352" r:id="rId11"/>
    <p:sldId id="353" r:id="rId12"/>
    <p:sldId id="355" r:id="rId13"/>
    <p:sldId id="361" r:id="rId14"/>
    <p:sldId id="354" r:id="rId15"/>
    <p:sldId id="358" r:id="rId16"/>
    <p:sldId id="359" r:id="rId17"/>
    <p:sldId id="357" r:id="rId18"/>
    <p:sldId id="329" r:id="rId19"/>
    <p:sldId id="338" r:id="rId20"/>
    <p:sldId id="362" r:id="rId21"/>
    <p:sldId id="363" r:id="rId22"/>
    <p:sldId id="339" r:id="rId23"/>
    <p:sldId id="364" r:id="rId24"/>
    <p:sldId id="340" r:id="rId25"/>
    <p:sldId id="341" r:id="rId26"/>
    <p:sldId id="342" r:id="rId27"/>
    <p:sldId id="366" r:id="rId28"/>
    <p:sldId id="343" r:id="rId29"/>
    <p:sldId id="365" r:id="rId30"/>
    <p:sldId id="346" r:id="rId31"/>
    <p:sldId id="345" r:id="rId32"/>
    <p:sldId id="344" r:id="rId33"/>
    <p:sldId id="290" r:id="rId34"/>
    <p:sldId id="291" r:id="rId35"/>
    <p:sldId id="292" r:id="rId36"/>
    <p:sldId id="293" r:id="rId37"/>
    <p:sldId id="294" r:id="rId38"/>
    <p:sldId id="348" r:id="rId39"/>
    <p:sldId id="347" r:id="rId40"/>
    <p:sldId id="295" r:id="rId41"/>
    <p:sldId id="296" r:id="rId42"/>
    <p:sldId id="298" r:id="rId43"/>
    <p:sldId id="303" r:id="rId44"/>
    <p:sldId id="304" r:id="rId45"/>
    <p:sldId id="306" r:id="rId46"/>
    <p:sldId id="307" r:id="rId47"/>
    <p:sldId id="308" r:id="rId48"/>
    <p:sldId id="313" r:id="rId49"/>
    <p:sldId id="314" r:id="rId50"/>
    <p:sldId id="315" r:id="rId51"/>
    <p:sldId id="316" r:id="rId52"/>
    <p:sldId id="317" r:id="rId53"/>
    <p:sldId id="327" r:id="rId54"/>
    <p:sldId id="334" r:id="rId55"/>
    <p:sldId id="333" r:id="rId56"/>
    <p:sldId id="335" r:id="rId57"/>
    <p:sldId id="336" r:id="rId58"/>
    <p:sldId id="337" r:id="rId59"/>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79" userDrawn="1">
          <p15:clr>
            <a:srgbClr val="A4A3A4"/>
          </p15:clr>
        </p15:guide>
        <p15:guide id="2" pos="285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3492" y="78"/>
      </p:cViewPr>
      <p:guideLst>
        <p:guide orient="horz" pos="2079"/>
        <p:guide pos="285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4" Type="http://schemas.openxmlformats.org/officeDocument/2006/relationships/commentAuthors" Target="commentAuthors.xml"/><Relationship Id="rId63" Type="http://schemas.openxmlformats.org/officeDocument/2006/relationships/tableStyles" Target="tableStyles.xml"/><Relationship Id="rId62" Type="http://schemas.openxmlformats.org/officeDocument/2006/relationships/viewProps" Target="viewProps.xml"/><Relationship Id="rId61" Type="http://schemas.openxmlformats.org/officeDocument/2006/relationships/presProps" Target="presProps.xml"/><Relationship Id="rId60" Type="http://schemas.openxmlformats.org/officeDocument/2006/relationships/handoutMaster" Target="handoutMasters/handoutMaster1.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6.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9.png"/><Relationship Id="rId16" Type="http://schemas.openxmlformats.org/officeDocument/2006/relationships/tags" Target="../tags/tag13.xml"/><Relationship Id="rId15" Type="http://schemas.openxmlformats.org/officeDocument/2006/relationships/image" Target="../media/image8.png"/><Relationship Id="rId14" Type="http://schemas.openxmlformats.org/officeDocument/2006/relationships/tags" Target="../tags/tag12.xml"/><Relationship Id="rId13" Type="http://schemas.openxmlformats.org/officeDocument/2006/relationships/image" Target="../media/image7.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6.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a:off x="3284221"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747328" y="3882073"/>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sp>
        <p:nvSpPr>
          <p:cNvPr id="12" name="矩形标注 11"/>
          <p:cNvSpPr/>
          <p:nvPr/>
        </p:nvSpPr>
        <p:spPr>
          <a:xfrm>
            <a:off x="-396240" y="5085080"/>
            <a:ext cx="1114425" cy="1373505"/>
          </a:xfrm>
          <a:prstGeom prst="wedgeRectCallout">
            <a:avLst>
              <a:gd name="adj1" fmla="val -77326"/>
              <a:gd name="adj2" fmla="val 48432"/>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更新至每一行，只考虑当前物品的用与不用，其他空余空间的价值从该物品上一行获得</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13" name="矩形 12"/>
          <p:cNvSpPr/>
          <p:nvPr/>
        </p:nvSpPr>
        <p:spPr>
          <a:xfrm>
            <a:off x="-7833995" y="5696585"/>
            <a:ext cx="7122795" cy="764540"/>
          </a:xfrm>
          <a:prstGeom prst="rect">
            <a:avLst/>
          </a:prstGeom>
          <a:noFill/>
          <a:ln w="28575" cap="flat" cmpd="sng" algn="ctr">
            <a:solidFill>
              <a:schemeClr val="accent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16" name="直接连接符 15"/>
          <p:cNvCxnSpPr/>
          <p:nvPr/>
        </p:nvCxnSpPr>
        <p:spPr>
          <a:xfrm>
            <a:off x="-7165340" y="4941570"/>
            <a:ext cx="7112000" cy="0"/>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4" name="Rectangle 88"/>
            <p:cNvSpPr>
              <a:spLocks noChangeArrowheads="1"/>
            </p:cNvSpPr>
            <p:nvPr/>
          </p:nvSpPr>
          <p:spPr bwMode="auto">
            <a:xfrm>
              <a:off x="309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5" name="Rectangle 89"/>
            <p:cNvSpPr>
              <a:spLocks noChangeArrowheads="1"/>
            </p:cNvSpPr>
            <p:nvPr/>
          </p:nvSpPr>
          <p:spPr bwMode="auto">
            <a:xfrm>
              <a:off x="3435"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6" name="Rectangle 90"/>
            <p:cNvSpPr>
              <a:spLocks noChangeArrowheads="1"/>
            </p:cNvSpPr>
            <p:nvPr/>
          </p:nvSpPr>
          <p:spPr bwMode="auto">
            <a:xfrm>
              <a:off x="3775"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7" name="Rectangle 91"/>
            <p:cNvSpPr>
              <a:spLocks noChangeArrowheads="1"/>
            </p:cNvSpPr>
            <p:nvPr/>
          </p:nvSpPr>
          <p:spPr bwMode="auto">
            <a:xfrm>
              <a:off x="4116"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92"/>
            <p:cNvSpPr>
              <a:spLocks noChangeArrowheads="1"/>
            </p:cNvSpPr>
            <p:nvPr/>
          </p:nvSpPr>
          <p:spPr bwMode="auto">
            <a:xfrm>
              <a:off x="445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93"/>
            <p:cNvSpPr>
              <a:spLocks noChangeArrowheads="1"/>
            </p:cNvSpPr>
            <p:nvPr/>
          </p:nvSpPr>
          <p:spPr bwMode="auto">
            <a:xfrm>
              <a:off x="479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 name="Rectangle 97"/>
            <p:cNvSpPr>
              <a:spLocks noChangeArrowheads="1"/>
            </p:cNvSpPr>
            <p:nvPr/>
          </p:nvSpPr>
          <p:spPr bwMode="auto">
            <a:xfrm>
              <a:off x="173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 name="Rectangle 98"/>
            <p:cNvSpPr>
              <a:spLocks noChangeArrowheads="1"/>
            </p:cNvSpPr>
            <p:nvPr/>
          </p:nvSpPr>
          <p:spPr bwMode="auto">
            <a:xfrm>
              <a:off x="207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 name="Rectangle 99"/>
            <p:cNvSpPr>
              <a:spLocks noChangeArrowheads="1"/>
            </p:cNvSpPr>
            <p:nvPr/>
          </p:nvSpPr>
          <p:spPr bwMode="auto">
            <a:xfrm>
              <a:off x="2413"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 name="Rectangle 100"/>
            <p:cNvSpPr>
              <a:spLocks noChangeArrowheads="1"/>
            </p:cNvSpPr>
            <p:nvPr/>
          </p:nvSpPr>
          <p:spPr bwMode="auto">
            <a:xfrm>
              <a:off x="275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7" name="Rectangle 101"/>
            <p:cNvSpPr>
              <a:spLocks noChangeArrowheads="1"/>
            </p:cNvSpPr>
            <p:nvPr/>
          </p:nvSpPr>
          <p:spPr bwMode="auto">
            <a:xfrm>
              <a:off x="309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8" name="Rectangle 102"/>
            <p:cNvSpPr>
              <a:spLocks noChangeArrowheads="1"/>
            </p:cNvSpPr>
            <p:nvPr/>
          </p:nvSpPr>
          <p:spPr bwMode="auto">
            <a:xfrm>
              <a:off x="3435"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9" name="Rectangle 103"/>
            <p:cNvSpPr>
              <a:spLocks noChangeArrowheads="1"/>
            </p:cNvSpPr>
            <p:nvPr/>
          </p:nvSpPr>
          <p:spPr bwMode="auto">
            <a:xfrm>
              <a:off x="3775" y="2437"/>
              <a:ext cx="5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10" name="Rectangle 104"/>
            <p:cNvSpPr>
              <a:spLocks noChangeArrowheads="1"/>
            </p:cNvSpPr>
            <p:nvPr/>
          </p:nvSpPr>
          <p:spPr bwMode="auto">
            <a:xfrm>
              <a:off x="4116"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1" name="Rectangle 105"/>
            <p:cNvSpPr>
              <a:spLocks noChangeArrowheads="1"/>
            </p:cNvSpPr>
            <p:nvPr/>
          </p:nvSpPr>
          <p:spPr bwMode="auto">
            <a:xfrm>
              <a:off x="445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2" name="Rectangle 106"/>
            <p:cNvSpPr>
              <a:spLocks noChangeArrowheads="1"/>
            </p:cNvSpPr>
            <p:nvPr/>
          </p:nvSpPr>
          <p:spPr bwMode="auto">
            <a:xfrm>
              <a:off x="479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6" name="Rectangle 110"/>
            <p:cNvSpPr>
              <a:spLocks noChangeArrowheads="1"/>
            </p:cNvSpPr>
            <p:nvPr/>
          </p:nvSpPr>
          <p:spPr bwMode="auto">
            <a:xfrm>
              <a:off x="173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7" name="Rectangle 111"/>
            <p:cNvSpPr>
              <a:spLocks noChangeArrowheads="1"/>
            </p:cNvSpPr>
            <p:nvPr/>
          </p:nvSpPr>
          <p:spPr bwMode="auto">
            <a:xfrm>
              <a:off x="207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8" name="Rectangle 112"/>
            <p:cNvSpPr>
              <a:spLocks noChangeArrowheads="1"/>
            </p:cNvSpPr>
            <p:nvPr/>
          </p:nvSpPr>
          <p:spPr bwMode="auto">
            <a:xfrm>
              <a:off x="2413"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9" name="Rectangle 113"/>
            <p:cNvSpPr>
              <a:spLocks noChangeArrowheads="1"/>
            </p:cNvSpPr>
            <p:nvPr/>
          </p:nvSpPr>
          <p:spPr bwMode="auto">
            <a:xfrm>
              <a:off x="275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0" name="Rectangle 114"/>
            <p:cNvSpPr>
              <a:spLocks noChangeArrowheads="1"/>
            </p:cNvSpPr>
            <p:nvPr/>
          </p:nvSpPr>
          <p:spPr bwMode="auto">
            <a:xfrm>
              <a:off x="309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1" name="Rectangle 115"/>
            <p:cNvSpPr>
              <a:spLocks noChangeArrowheads="1"/>
            </p:cNvSpPr>
            <p:nvPr/>
          </p:nvSpPr>
          <p:spPr bwMode="auto">
            <a:xfrm>
              <a:off x="3435"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2" name="Rectangle 116"/>
            <p:cNvSpPr>
              <a:spLocks noChangeArrowheads="1"/>
            </p:cNvSpPr>
            <p:nvPr/>
          </p:nvSpPr>
          <p:spPr bwMode="auto">
            <a:xfrm>
              <a:off x="3775"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3" name="Rectangle 117"/>
            <p:cNvSpPr>
              <a:spLocks noChangeArrowheads="1"/>
            </p:cNvSpPr>
            <p:nvPr/>
          </p:nvSpPr>
          <p:spPr bwMode="auto">
            <a:xfrm>
              <a:off x="4116"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4" name="Rectangle 118"/>
            <p:cNvSpPr>
              <a:spLocks noChangeArrowheads="1"/>
            </p:cNvSpPr>
            <p:nvPr/>
          </p:nvSpPr>
          <p:spPr bwMode="auto">
            <a:xfrm>
              <a:off x="4457" y="2663"/>
              <a:ext cx="16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5" name="Rectangle 119"/>
            <p:cNvSpPr>
              <a:spLocks noChangeArrowheads="1"/>
            </p:cNvSpPr>
            <p:nvPr/>
          </p:nvSpPr>
          <p:spPr bwMode="auto">
            <a:xfrm>
              <a:off x="4797" y="2663"/>
              <a:ext cx="11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755650" y="5805170"/>
            <a:ext cx="2515235" cy="92202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3825875" y="5445125"/>
            <a:ext cx="4024630" cy="197167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表明可以装该物品，那么就可以考虑两个情况，①不考虑该物品的价值，②考虑该物品的价值，加上剩下口昂见存放之前物品存放的价值。两种情况选择</a:t>
            </a:r>
            <a:r>
              <a:rPr lang="zh-CN" altLang="en-US">
                <a:latin typeface="Times New Roman" panose="02020603050405020304" pitchFamily="18" charset="0"/>
                <a:cs typeface="Times New Roman" panose="02020603050405020304" pitchFamily="18" charset="0"/>
              </a:rPr>
              <a:t>最大</a:t>
            </a:r>
            <a:endParaRPr lang="zh-CN" altLang="en-US">
              <a:latin typeface="Times New Roman" panose="02020603050405020304" pitchFamily="18" charset="0"/>
              <a:cs typeface="Times New Roman" panose="02020603050405020304" pitchFamily="18" charset="0"/>
            </a:endParaRPr>
          </a:p>
        </p:txBody>
      </p:sp>
      <p:sp>
        <p:nvSpPr>
          <p:cNvPr id="65" name="矩形标注 64"/>
          <p:cNvSpPr/>
          <p:nvPr/>
        </p:nvSpPr>
        <p:spPr>
          <a:xfrm>
            <a:off x="327533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a:t>
            </a:r>
            <a:r>
              <a:rPr kumimoji="0" lang="zh-CN" altLang="en-US" sz="1200" b="1" u="none" strike="noStrike" cap="none" normalizeH="0" baseline="0">
                <a:ln>
                  <a:noFill/>
                </a:ln>
                <a:solidFill>
                  <a:schemeClr val="tx1"/>
                </a:solidFill>
                <a:effectLst/>
                <a:latin typeface="宋体" panose="02010600030101010101" pitchFamily="2" charset="-122"/>
              </a:rPr>
              <a:t>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6" name="矩形标注 65"/>
          <p:cNvSpPr/>
          <p:nvPr/>
        </p:nvSpPr>
        <p:spPr>
          <a:xfrm>
            <a:off x="2598420" y="205994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a:t>
            </a:r>
            <a:r>
              <a:rPr kumimoji="0" lang="zh-CN" altLang="en-US" sz="1200" b="1" u="none" strike="noStrike" cap="none" normalizeH="0" baseline="0">
                <a:ln>
                  <a:noFill/>
                </a:ln>
                <a:solidFill>
                  <a:schemeClr val="tx1"/>
                </a:solidFill>
                <a:effectLst/>
                <a:latin typeface="宋体" panose="02010600030101010101" pitchFamily="2" charset="-122"/>
              </a:rPr>
              <a:t>为。</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7" name="矩形标注 66"/>
          <p:cNvSpPr/>
          <p:nvPr/>
        </p:nvSpPr>
        <p:spPr>
          <a:xfrm>
            <a:off x="385191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a:t>
            </a:r>
            <a:r>
              <a:rPr kumimoji="0" lang="zh-CN" altLang="en-US" sz="1200" b="1" u="none" strike="noStrike" cap="none" normalizeH="0" baseline="0">
                <a:ln>
                  <a:noFill/>
                </a:ln>
                <a:solidFill>
                  <a:schemeClr val="tx1"/>
                </a:solidFill>
                <a:effectLst/>
                <a:latin typeface="宋体" panose="02010600030101010101" pitchFamily="2" charset="-122"/>
              </a:rPr>
              <a:t>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3" nodeType="clickEffect">
                                  <p:stCondLst>
                                    <p:cond delay="0"/>
                                  </p:stCondLst>
                                  <p:childTnLst>
                                    <p:set>
                                      <p:cBhvr>
                                        <p:cTn id="52" dur="1" fill="hold">
                                          <p:stCondLst>
                                            <p:cond delay="0"/>
                                          </p:stCondLst>
                                        </p:cTn>
                                        <p:tgtEl>
                                          <p:spTgt spid="142"/>
                                        </p:tgtEl>
                                        <p:attrNameLst>
                                          <p:attrName>style.visibility</p:attrName>
                                        </p:attrNameLst>
                                      </p:cBhvr>
                                      <p:to>
                                        <p:strVal val="visible"/>
                                      </p:to>
                                    </p:set>
                                  </p:childTnLst>
                                </p:cTn>
                              </p:par>
                            </p:childTnLst>
                          </p:cTn>
                        </p:par>
                        <p:par>
                          <p:cTn id="53" fill="hold">
                            <p:stCondLst>
                              <p:cond delay="0"/>
                            </p:stCondLst>
                            <p:childTnLst>
                              <p:par>
                                <p:cTn id="54" presetID="35" presetClass="emph" presetSubtype="0" fill="hold" grpId="0" nodeType="afterEffect">
                                  <p:stCondLst>
                                    <p:cond delay="0"/>
                                  </p:stCondLst>
                                  <p:childTnLst>
                                    <p:anim calcmode="discrete" valueType="str">
                                      <p:cBhvr>
                                        <p:cTn id="55"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56" fill="hold">
                            <p:stCondLst>
                              <p:cond delay="1000"/>
                            </p:stCondLst>
                            <p:childTnLst>
                              <p:par>
                                <p:cTn id="57" presetID="35" presetClass="emph" presetSubtype="0" fill="hold" grpId="2" nodeType="afterEffect">
                                  <p:stCondLst>
                                    <p:cond delay="0"/>
                                  </p:stCondLst>
                                  <p:childTnLst>
                                    <p:anim calcmode="discrete" valueType="str">
                                      <p:cBhvr>
                                        <p:cTn id="5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139"/>
                                        </p:tgtEl>
                                        <p:attrNameLst>
                                          <p:attrName>style.visibility</p:attrName>
                                        </p:attrNameLst>
                                      </p:cBhvr>
                                      <p:to>
                                        <p:strVal val="visible"/>
                                      </p:to>
                                    </p:set>
                                    <p:anim calcmode="lin" valueType="num">
                                      <p:cBhvr additive="base">
                                        <p:cTn id="63" dur="500" fill="hold"/>
                                        <p:tgtEl>
                                          <p:spTgt spid="139"/>
                                        </p:tgtEl>
                                        <p:attrNameLst>
                                          <p:attrName>ppt_x</p:attrName>
                                        </p:attrNameLst>
                                      </p:cBhvr>
                                      <p:tavLst>
                                        <p:tav tm="0">
                                          <p:val>
                                            <p:strVal val="#ppt_x"/>
                                          </p:val>
                                        </p:tav>
                                        <p:tav tm="100000">
                                          <p:val>
                                            <p:strVal val="#ppt_x"/>
                                          </p:val>
                                        </p:tav>
                                      </p:tavLst>
                                    </p:anim>
                                    <p:anim calcmode="lin" valueType="num">
                                      <p:cBhvr additive="base">
                                        <p:cTn id="64"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65"/>
                                        </p:tgtEl>
                                        <p:attrNameLst>
                                          <p:attrName>style.visibility</p:attrName>
                                        </p:attrNameLst>
                                      </p:cBhvr>
                                      <p:to>
                                        <p:strVal val="visible"/>
                                      </p:to>
                                    </p:set>
                                    <p:anim calcmode="lin" valueType="num">
                                      <p:cBhvr additive="base">
                                        <p:cTn id="69" dur="500" fill="hold"/>
                                        <p:tgtEl>
                                          <p:spTgt spid="65"/>
                                        </p:tgtEl>
                                        <p:attrNameLst>
                                          <p:attrName>ppt_x</p:attrName>
                                        </p:attrNameLst>
                                      </p:cBhvr>
                                      <p:tavLst>
                                        <p:tav tm="0">
                                          <p:val>
                                            <p:strVal val="#ppt_x"/>
                                          </p:val>
                                        </p:tav>
                                        <p:tav tm="100000">
                                          <p:val>
                                            <p:strVal val="#ppt_x"/>
                                          </p:val>
                                        </p:tav>
                                      </p:tavLst>
                                    </p:anim>
                                    <p:anim calcmode="lin" valueType="num">
                                      <p:cBhvr additive="base">
                                        <p:cTn id="70"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65"/>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4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4" nodeType="clickEffect">
                                  <p:stCondLst>
                                    <p:cond delay="0"/>
                                  </p:stCondLst>
                                  <p:childTnLst>
                                    <p:set>
                                      <p:cBhvr>
                                        <p:cTn id="82" dur="1" fill="hold">
                                          <p:stCondLst>
                                            <p:cond delay="0"/>
                                          </p:stCondLst>
                                        </p:cTn>
                                        <p:tgtEl>
                                          <p:spTgt spid="142"/>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8"/>
                                        </p:tgtEl>
                                        <p:attrNameLst>
                                          <p:attrName>style.visibility</p:attrName>
                                        </p:attrNameLst>
                                      </p:cBhvr>
                                      <p:to>
                                        <p:strVal val="visible"/>
                                      </p:to>
                                    </p:set>
                                  </p:childTnLst>
                                </p:cTn>
                              </p:par>
                            </p:childTnLst>
                          </p:cTn>
                        </p:par>
                        <p:par>
                          <p:cTn id="87" fill="hold">
                            <p:stCondLst>
                              <p:cond delay="0"/>
                            </p:stCondLst>
                            <p:childTnLst>
                              <p:par>
                                <p:cTn id="88" presetID="35" presetClass="emph" presetSubtype="0" fill="hold" grpId="2" nodeType="afterEffect">
                                  <p:stCondLst>
                                    <p:cond delay="0"/>
                                  </p:stCondLst>
                                  <p:childTnLst>
                                    <p:anim calcmode="discrete" valueType="str">
                                      <p:cBhvr>
                                        <p:cTn id="89" dur="1000" fill="hold"/>
                                        <p:tgtEl>
                                          <p:spTgt spid="8"/>
                                        </p:tgtEl>
                                        <p:attrNameLst>
                                          <p:attrName>style.visibility</p:attrName>
                                        </p:attrNameLst>
                                      </p:cBhvr>
                                      <p:tavLst>
                                        <p:tav tm="0">
                                          <p:val>
                                            <p:strVal val="hidden"/>
                                          </p:val>
                                        </p:tav>
                                        <p:tav tm="50000">
                                          <p:val>
                                            <p:strVal val="visible"/>
                                          </p:val>
                                        </p:tav>
                                      </p:tavLst>
                                    </p:anim>
                                  </p:childTnLst>
                                </p:cTn>
                              </p:par>
                            </p:childTnLst>
                          </p:cTn>
                        </p:par>
                        <p:par>
                          <p:cTn id="90" fill="hold">
                            <p:stCondLst>
                              <p:cond delay="1000"/>
                            </p:stCondLst>
                            <p:childTnLst>
                              <p:par>
                                <p:cTn id="91" presetID="35" presetClass="emph" presetSubtype="0" fill="hold" grpId="3" nodeType="afterEffect">
                                  <p:stCondLst>
                                    <p:cond delay="0"/>
                                  </p:stCondLst>
                                  <p:childTnLst>
                                    <p:anim calcmode="discrete" valueType="str">
                                      <p:cBhvr>
                                        <p:cTn id="92"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64"/>
                                        </p:tgtEl>
                                        <p:attrNameLst>
                                          <p:attrName>style.visibility</p:attrName>
                                        </p:attrNameLst>
                                      </p:cBhvr>
                                      <p:to>
                                        <p:strVal val="visible"/>
                                      </p:to>
                                    </p:set>
                                    <p:anim calcmode="lin" valueType="num">
                                      <p:cBhvr additive="base">
                                        <p:cTn id="97" dur="500" fill="hold"/>
                                        <p:tgtEl>
                                          <p:spTgt spid="64"/>
                                        </p:tgtEl>
                                        <p:attrNameLst>
                                          <p:attrName>ppt_x</p:attrName>
                                        </p:attrNameLst>
                                      </p:cBhvr>
                                      <p:tavLst>
                                        <p:tav tm="0">
                                          <p:val>
                                            <p:strVal val="#ppt_x"/>
                                          </p:val>
                                        </p:tav>
                                        <p:tav tm="100000">
                                          <p:val>
                                            <p:strVal val="#ppt_x"/>
                                          </p:val>
                                        </p:tav>
                                      </p:tavLst>
                                    </p:anim>
                                    <p:anim calcmode="lin" valueType="num">
                                      <p:cBhvr additive="base">
                                        <p:cTn id="98"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66"/>
                                        </p:tgtEl>
                                        <p:attrNameLst>
                                          <p:attrName>style.visibility</p:attrName>
                                        </p:attrNameLst>
                                      </p:cBhvr>
                                      <p:to>
                                        <p:strVal val="visible"/>
                                      </p:to>
                                    </p:set>
                                    <p:anim calcmode="lin" valueType="num">
                                      <p:cBhvr additive="base">
                                        <p:cTn id="103" dur="500" fill="hold"/>
                                        <p:tgtEl>
                                          <p:spTgt spid="66"/>
                                        </p:tgtEl>
                                        <p:attrNameLst>
                                          <p:attrName>ppt_x</p:attrName>
                                        </p:attrNameLst>
                                      </p:cBhvr>
                                      <p:tavLst>
                                        <p:tav tm="0">
                                          <p:val>
                                            <p:strVal val="#ppt_x"/>
                                          </p:val>
                                        </p:tav>
                                        <p:tav tm="100000">
                                          <p:val>
                                            <p:strVal val="#ppt_x"/>
                                          </p:val>
                                        </p:tav>
                                      </p:tavLst>
                                    </p:anim>
                                    <p:anim calcmode="lin" valueType="num">
                                      <p:cBhvr additive="base">
                                        <p:cTn id="104"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66"/>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67"/>
                                        </p:tgtEl>
                                        <p:attrNameLst>
                                          <p:attrName>style.visibility</p:attrName>
                                        </p:attrNameLst>
                                      </p:cBhvr>
                                      <p:to>
                                        <p:strVal val="visible"/>
                                      </p:to>
                                    </p:set>
                                    <p:anim calcmode="lin" valueType="num">
                                      <p:cBhvr additive="base">
                                        <p:cTn id="113" dur="500" fill="hold"/>
                                        <p:tgtEl>
                                          <p:spTgt spid="67"/>
                                        </p:tgtEl>
                                        <p:attrNameLst>
                                          <p:attrName>ppt_x</p:attrName>
                                        </p:attrNameLst>
                                      </p:cBhvr>
                                      <p:tavLst>
                                        <p:tav tm="0">
                                          <p:val>
                                            <p:strVal val="#ppt_x"/>
                                          </p:val>
                                        </p:tav>
                                        <p:tav tm="100000">
                                          <p:val>
                                            <p:strVal val="#ppt_x"/>
                                          </p:val>
                                        </p:tav>
                                      </p:tavLst>
                                    </p:anim>
                                    <p:anim calcmode="lin" valueType="num">
                                      <p:cBhvr additive="base">
                                        <p:cTn id="114"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1" presetClass="exit" presetSubtype="0" fill="hold" grpId="2" nodeType="clickEffect">
                                  <p:stCondLst>
                                    <p:cond delay="0"/>
                                  </p:stCondLst>
                                  <p:childTnLst>
                                    <p:set>
                                      <p:cBhvr>
                                        <p:cTn id="118" dur="1" fill="hold">
                                          <p:stCondLst>
                                            <p:cond delay="0"/>
                                          </p:stCondLst>
                                        </p:cTn>
                                        <p:tgtEl>
                                          <p:spTgt spid="67"/>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xit" presetSubtype="0" fill="hold" grpId="4" nodeType="clickEffect">
                                  <p:stCondLst>
                                    <p:cond delay="0"/>
                                  </p:stCondLst>
                                  <p:childTnLst>
                                    <p:set>
                                      <p:cBhvr>
                                        <p:cTn id="126" dur="1" fill="hold">
                                          <p:stCondLst>
                                            <p:cond delay="0"/>
                                          </p:stCondLst>
                                        </p:cTn>
                                        <p:tgtEl>
                                          <p:spTgt spid="8"/>
                                        </p:tgtEl>
                                        <p:attrNameLst>
                                          <p:attrName>style.visibility</p:attrName>
                                        </p:attrNameLst>
                                      </p:cBhvr>
                                      <p:to>
                                        <p:strVal val="hidden"/>
                                      </p:to>
                                    </p:set>
                                  </p:childTnLst>
                                </p:cTn>
                              </p:par>
                            </p:childTnLst>
                          </p:cTn>
                        </p:par>
                      </p:childTnLst>
                    </p:cTn>
                  </p:par>
                  <p:par>
                    <p:cTn id="127" fill="hold">
                      <p:stCondLst>
                        <p:cond delay="indefinite"/>
                      </p:stCondLst>
                      <p:childTnLst>
                        <p:par>
                          <p:cTn id="128" fill="hold">
                            <p:stCondLst>
                              <p:cond delay="0"/>
                            </p:stCondLst>
                            <p:childTnLst>
                              <p:par>
                                <p:cTn id="129" presetID="2" presetClass="entr" presetSubtype="4" fill="hold" grpId="0" nodeType="clickEffect">
                                  <p:stCondLst>
                                    <p:cond delay="0"/>
                                  </p:stCondLst>
                                  <p:childTnLst>
                                    <p:set>
                                      <p:cBhvr>
                                        <p:cTn id="130" dur="1" fill="hold">
                                          <p:stCondLst>
                                            <p:cond delay="0"/>
                                          </p:stCondLst>
                                        </p:cTn>
                                        <p:tgtEl>
                                          <p:spTgt spid="9"/>
                                        </p:tgtEl>
                                        <p:attrNameLst>
                                          <p:attrName>style.visibility</p:attrName>
                                        </p:attrNameLst>
                                      </p:cBhvr>
                                      <p:to>
                                        <p:strVal val="visible"/>
                                      </p:to>
                                    </p:set>
                                    <p:anim calcmode="lin" valueType="num">
                                      <p:cBhvr additive="base">
                                        <p:cTn id="131" dur="500" fill="hold"/>
                                        <p:tgtEl>
                                          <p:spTgt spid="9"/>
                                        </p:tgtEl>
                                        <p:attrNameLst>
                                          <p:attrName>ppt_x</p:attrName>
                                        </p:attrNameLst>
                                      </p:cBhvr>
                                      <p:tavLst>
                                        <p:tav tm="0">
                                          <p:val>
                                            <p:strVal val="#ppt_x"/>
                                          </p:val>
                                        </p:tav>
                                        <p:tav tm="100000">
                                          <p:val>
                                            <p:strVal val="#ppt_x"/>
                                          </p:val>
                                        </p:tav>
                                      </p:tavLst>
                                    </p:anim>
                                    <p:anim calcmode="lin" valueType="num">
                                      <p:cBhvr additive="base">
                                        <p:cTn id="1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ntr" presetSubtype="4" fill="hold" grpId="0" nodeType="clickEffect">
                                  <p:stCondLst>
                                    <p:cond delay="0"/>
                                  </p:stCondLst>
                                  <p:childTnLst>
                                    <p:set>
                                      <p:cBhvr>
                                        <p:cTn id="136" dur="1" fill="hold">
                                          <p:stCondLst>
                                            <p:cond delay="0"/>
                                          </p:stCondLst>
                                        </p:cTn>
                                        <p:tgtEl>
                                          <p:spTgt spid="10"/>
                                        </p:tgtEl>
                                        <p:attrNameLst>
                                          <p:attrName>style.visibility</p:attrName>
                                        </p:attrNameLst>
                                      </p:cBhvr>
                                      <p:to>
                                        <p:strVal val="visible"/>
                                      </p:to>
                                    </p:set>
                                    <p:anim calcmode="lin" valueType="num">
                                      <p:cBhvr additive="base">
                                        <p:cTn id="137" dur="500" fill="hold"/>
                                        <p:tgtEl>
                                          <p:spTgt spid="10"/>
                                        </p:tgtEl>
                                        <p:attrNameLst>
                                          <p:attrName>ppt_x</p:attrName>
                                        </p:attrNameLst>
                                      </p:cBhvr>
                                      <p:tavLst>
                                        <p:tav tm="0">
                                          <p:val>
                                            <p:strVal val="#ppt_x"/>
                                          </p:val>
                                        </p:tav>
                                        <p:tav tm="100000">
                                          <p:val>
                                            <p:strVal val="#ppt_x"/>
                                          </p:val>
                                        </p:tav>
                                      </p:tavLst>
                                    </p:anim>
                                    <p:anim calcmode="lin" valueType="num">
                                      <p:cBhvr additive="base">
                                        <p:cTn id="1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39" fill="hold">
                      <p:stCondLst>
                        <p:cond delay="indefinite"/>
                      </p:stCondLst>
                      <p:childTnLst>
                        <p:par>
                          <p:cTn id="140" fill="hold">
                            <p:stCondLst>
                              <p:cond delay="0"/>
                            </p:stCondLst>
                            <p:childTnLst>
                              <p:par>
                                <p:cTn id="141" presetID="2" presetClass="entr" presetSubtype="4" fill="hold" grpId="0" nodeType="clickEffect">
                                  <p:stCondLst>
                                    <p:cond delay="0"/>
                                  </p:stCondLst>
                                  <p:childTnLst>
                                    <p:set>
                                      <p:cBhvr>
                                        <p:cTn id="142" dur="1" fill="hold">
                                          <p:stCondLst>
                                            <p:cond delay="0"/>
                                          </p:stCondLst>
                                        </p:cTn>
                                        <p:tgtEl>
                                          <p:spTgt spid="63"/>
                                        </p:tgtEl>
                                        <p:attrNameLst>
                                          <p:attrName>style.visibility</p:attrName>
                                        </p:attrNameLst>
                                      </p:cBhvr>
                                      <p:to>
                                        <p:strVal val="visible"/>
                                      </p:to>
                                    </p:set>
                                    <p:anim calcmode="lin" valueType="num">
                                      <p:cBhvr additive="base">
                                        <p:cTn id="143" dur="500" fill="hold"/>
                                        <p:tgtEl>
                                          <p:spTgt spid="63"/>
                                        </p:tgtEl>
                                        <p:attrNameLst>
                                          <p:attrName>ppt_x</p:attrName>
                                        </p:attrNameLst>
                                      </p:cBhvr>
                                      <p:tavLst>
                                        <p:tav tm="0">
                                          <p:val>
                                            <p:strVal val="#ppt_x"/>
                                          </p:val>
                                        </p:tav>
                                        <p:tav tm="100000">
                                          <p:val>
                                            <p:strVal val="#ppt_x"/>
                                          </p:val>
                                        </p:tav>
                                      </p:tavLst>
                                    </p:anim>
                                    <p:anim calcmode="lin" valueType="num">
                                      <p:cBhvr additive="base">
                                        <p:cTn id="144" dur="500" fill="hold"/>
                                        <p:tgtEl>
                                          <p:spTgt spid="63"/>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69"/>
                                        </p:tgtEl>
                                        <p:attrNameLst>
                                          <p:attrName>style.visibility</p:attrName>
                                        </p:attrNameLst>
                                      </p:cBhvr>
                                      <p:to>
                                        <p:strVal val="visible"/>
                                      </p:to>
                                    </p:set>
                                    <p:anim calcmode="lin" valueType="num">
                                      <p:cBhvr additive="base">
                                        <p:cTn id="147" dur="500" fill="hold"/>
                                        <p:tgtEl>
                                          <p:spTgt spid="69"/>
                                        </p:tgtEl>
                                        <p:attrNameLst>
                                          <p:attrName>ppt_x</p:attrName>
                                        </p:attrNameLst>
                                      </p:cBhvr>
                                      <p:tavLst>
                                        <p:tav tm="0">
                                          <p:val>
                                            <p:strVal val="#ppt_x"/>
                                          </p:val>
                                        </p:tav>
                                        <p:tav tm="100000">
                                          <p:val>
                                            <p:strVal val="#ppt_x"/>
                                          </p:val>
                                        </p:tav>
                                      </p:tavLst>
                                    </p:anim>
                                    <p:anim calcmode="lin" valueType="num">
                                      <p:cBhvr additive="base">
                                        <p:cTn id="148" dur="500" fill="hold"/>
                                        <p:tgtEl>
                                          <p:spTgt spid="69"/>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70"/>
                                        </p:tgtEl>
                                        <p:attrNameLst>
                                          <p:attrName>style.visibility</p:attrName>
                                        </p:attrNameLst>
                                      </p:cBhvr>
                                      <p:to>
                                        <p:strVal val="visible"/>
                                      </p:to>
                                    </p:set>
                                    <p:anim calcmode="lin" valueType="num">
                                      <p:cBhvr additive="base">
                                        <p:cTn id="151" dur="500" fill="hold"/>
                                        <p:tgtEl>
                                          <p:spTgt spid="70"/>
                                        </p:tgtEl>
                                        <p:attrNameLst>
                                          <p:attrName>ppt_x</p:attrName>
                                        </p:attrNameLst>
                                      </p:cBhvr>
                                      <p:tavLst>
                                        <p:tav tm="0">
                                          <p:val>
                                            <p:strVal val="#ppt_x"/>
                                          </p:val>
                                        </p:tav>
                                        <p:tav tm="100000">
                                          <p:val>
                                            <p:strVal val="#ppt_x"/>
                                          </p:val>
                                        </p:tav>
                                      </p:tavLst>
                                    </p:anim>
                                    <p:anim calcmode="lin" valueType="num">
                                      <p:cBhvr additive="base">
                                        <p:cTn id="152" dur="500" fill="hold"/>
                                        <p:tgtEl>
                                          <p:spTgt spid="70"/>
                                        </p:tgtEl>
                                        <p:attrNameLst>
                                          <p:attrName>ppt_y</p:attrName>
                                        </p:attrNameLst>
                                      </p:cBhvr>
                                      <p:tavLst>
                                        <p:tav tm="0">
                                          <p:val>
                                            <p:strVal val="1+#ppt_h/2"/>
                                          </p:val>
                                        </p:tav>
                                        <p:tav tm="100000">
                                          <p:val>
                                            <p:strVal val="#ppt_y"/>
                                          </p:val>
                                        </p:tav>
                                      </p:tavLst>
                                    </p:anim>
                                  </p:childTnLst>
                                </p:cTn>
                              </p:par>
                              <p:par>
                                <p:cTn id="153" presetID="2" presetClass="entr" presetSubtype="4" fill="hold" grpId="0" nodeType="withEffect">
                                  <p:stCondLst>
                                    <p:cond delay="0"/>
                                  </p:stCondLst>
                                  <p:childTnLst>
                                    <p:set>
                                      <p:cBhvr>
                                        <p:cTn id="154" dur="1" fill="hold">
                                          <p:stCondLst>
                                            <p:cond delay="0"/>
                                          </p:stCondLst>
                                        </p:cTn>
                                        <p:tgtEl>
                                          <p:spTgt spid="71"/>
                                        </p:tgtEl>
                                        <p:attrNameLst>
                                          <p:attrName>style.visibility</p:attrName>
                                        </p:attrNameLst>
                                      </p:cBhvr>
                                      <p:to>
                                        <p:strVal val="visible"/>
                                      </p:to>
                                    </p:set>
                                    <p:anim calcmode="lin" valueType="num">
                                      <p:cBhvr additive="base">
                                        <p:cTn id="155" dur="500" fill="hold"/>
                                        <p:tgtEl>
                                          <p:spTgt spid="71"/>
                                        </p:tgtEl>
                                        <p:attrNameLst>
                                          <p:attrName>ppt_x</p:attrName>
                                        </p:attrNameLst>
                                      </p:cBhvr>
                                      <p:tavLst>
                                        <p:tav tm="0">
                                          <p:val>
                                            <p:strVal val="#ppt_x"/>
                                          </p:val>
                                        </p:tav>
                                        <p:tav tm="100000">
                                          <p:val>
                                            <p:strVal val="#ppt_x"/>
                                          </p:val>
                                        </p:tav>
                                      </p:tavLst>
                                    </p:anim>
                                    <p:anim calcmode="lin" valueType="num">
                                      <p:cBhvr additive="base">
                                        <p:cTn id="156" dur="500" fill="hold"/>
                                        <p:tgtEl>
                                          <p:spTgt spid="71"/>
                                        </p:tgtEl>
                                        <p:attrNameLst>
                                          <p:attrName>ppt_y</p:attrName>
                                        </p:attrNameLst>
                                      </p:cBhvr>
                                      <p:tavLst>
                                        <p:tav tm="0">
                                          <p:val>
                                            <p:strVal val="1+#ppt_h/2"/>
                                          </p:val>
                                        </p:tav>
                                        <p:tav tm="100000">
                                          <p:val>
                                            <p:strVal val="#ppt_y"/>
                                          </p:val>
                                        </p:tav>
                                      </p:tavLst>
                                    </p:anim>
                                  </p:childTnLst>
                                </p:cTn>
                              </p:par>
                              <p:par>
                                <p:cTn id="157" presetID="2" presetClass="entr" presetSubtype="4" fill="hold" grpId="0" nodeType="withEffect">
                                  <p:stCondLst>
                                    <p:cond delay="0"/>
                                  </p:stCondLst>
                                  <p:childTnLst>
                                    <p:set>
                                      <p:cBhvr>
                                        <p:cTn id="158" dur="1" fill="hold">
                                          <p:stCondLst>
                                            <p:cond delay="0"/>
                                          </p:stCondLst>
                                        </p:cTn>
                                        <p:tgtEl>
                                          <p:spTgt spid="72"/>
                                        </p:tgtEl>
                                        <p:attrNameLst>
                                          <p:attrName>style.visibility</p:attrName>
                                        </p:attrNameLst>
                                      </p:cBhvr>
                                      <p:to>
                                        <p:strVal val="visible"/>
                                      </p:to>
                                    </p:set>
                                    <p:anim calcmode="lin" valueType="num">
                                      <p:cBhvr additive="base">
                                        <p:cTn id="159" dur="500" fill="hold"/>
                                        <p:tgtEl>
                                          <p:spTgt spid="72"/>
                                        </p:tgtEl>
                                        <p:attrNameLst>
                                          <p:attrName>ppt_x</p:attrName>
                                        </p:attrNameLst>
                                      </p:cBhvr>
                                      <p:tavLst>
                                        <p:tav tm="0">
                                          <p:val>
                                            <p:strVal val="#ppt_x"/>
                                          </p:val>
                                        </p:tav>
                                        <p:tav tm="100000">
                                          <p:val>
                                            <p:strVal val="#ppt_x"/>
                                          </p:val>
                                        </p:tav>
                                      </p:tavLst>
                                    </p:anim>
                                    <p:anim calcmode="lin" valueType="num">
                                      <p:cBhvr additive="base">
                                        <p:cTn id="160" dur="500" fill="hold"/>
                                        <p:tgtEl>
                                          <p:spTgt spid="72"/>
                                        </p:tgtEl>
                                        <p:attrNameLst>
                                          <p:attrName>ppt_y</p:attrName>
                                        </p:attrNameLst>
                                      </p:cBhvr>
                                      <p:tavLst>
                                        <p:tav tm="0">
                                          <p:val>
                                            <p:strVal val="1+#ppt_h/2"/>
                                          </p:val>
                                        </p:tav>
                                        <p:tav tm="100000">
                                          <p:val>
                                            <p:strVal val="#ppt_y"/>
                                          </p:val>
                                        </p:tav>
                                      </p:tavLst>
                                    </p:anim>
                                  </p:childTnLst>
                                </p:cTn>
                              </p:par>
                              <p:par>
                                <p:cTn id="161" presetID="2" presetClass="entr" presetSubtype="4" fill="hold" grpId="0" nodeType="withEffect">
                                  <p:stCondLst>
                                    <p:cond delay="0"/>
                                  </p:stCondLst>
                                  <p:childTnLst>
                                    <p:set>
                                      <p:cBhvr>
                                        <p:cTn id="162" dur="1" fill="hold">
                                          <p:stCondLst>
                                            <p:cond delay="0"/>
                                          </p:stCondLst>
                                        </p:cTn>
                                        <p:tgtEl>
                                          <p:spTgt spid="73"/>
                                        </p:tgtEl>
                                        <p:attrNameLst>
                                          <p:attrName>style.visibility</p:attrName>
                                        </p:attrNameLst>
                                      </p:cBhvr>
                                      <p:to>
                                        <p:strVal val="visible"/>
                                      </p:to>
                                    </p:set>
                                    <p:anim calcmode="lin" valueType="num">
                                      <p:cBhvr additive="base">
                                        <p:cTn id="163" dur="500" fill="hold"/>
                                        <p:tgtEl>
                                          <p:spTgt spid="73"/>
                                        </p:tgtEl>
                                        <p:attrNameLst>
                                          <p:attrName>ppt_x</p:attrName>
                                        </p:attrNameLst>
                                      </p:cBhvr>
                                      <p:tavLst>
                                        <p:tav tm="0">
                                          <p:val>
                                            <p:strVal val="#ppt_x"/>
                                          </p:val>
                                        </p:tav>
                                        <p:tav tm="100000">
                                          <p:val>
                                            <p:strVal val="#ppt_x"/>
                                          </p:val>
                                        </p:tav>
                                      </p:tavLst>
                                    </p:anim>
                                    <p:anim calcmode="lin" valueType="num">
                                      <p:cBhvr additive="base">
                                        <p:cTn id="164"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165" fill="hold">
                      <p:stCondLst>
                        <p:cond delay="indefinite"/>
                      </p:stCondLst>
                      <p:childTnLst>
                        <p:par>
                          <p:cTn id="166" fill="hold">
                            <p:stCondLst>
                              <p:cond delay="0"/>
                            </p:stCondLst>
                            <p:childTnLst>
                              <p:par>
                                <p:cTn id="167" presetID="2" presetClass="entr" presetSubtype="4" fill="hold" grpId="0" nodeType="clickEffect">
                                  <p:stCondLst>
                                    <p:cond delay="0"/>
                                  </p:stCondLst>
                                  <p:childTnLst>
                                    <p:set>
                                      <p:cBhvr>
                                        <p:cTn id="168" dur="1" fill="hold">
                                          <p:stCondLst>
                                            <p:cond delay="0"/>
                                          </p:stCondLst>
                                        </p:cTn>
                                        <p:tgtEl>
                                          <p:spTgt spid="76"/>
                                        </p:tgtEl>
                                        <p:attrNameLst>
                                          <p:attrName>style.visibility</p:attrName>
                                        </p:attrNameLst>
                                      </p:cBhvr>
                                      <p:to>
                                        <p:strVal val="visible"/>
                                      </p:to>
                                    </p:set>
                                    <p:anim calcmode="lin" valueType="num">
                                      <p:cBhvr additive="base">
                                        <p:cTn id="169" dur="500" fill="hold"/>
                                        <p:tgtEl>
                                          <p:spTgt spid="76"/>
                                        </p:tgtEl>
                                        <p:attrNameLst>
                                          <p:attrName>ppt_x</p:attrName>
                                        </p:attrNameLst>
                                      </p:cBhvr>
                                      <p:tavLst>
                                        <p:tav tm="0">
                                          <p:val>
                                            <p:strVal val="#ppt_x"/>
                                          </p:val>
                                        </p:tav>
                                        <p:tav tm="100000">
                                          <p:val>
                                            <p:strVal val="#ppt_x"/>
                                          </p:val>
                                        </p:tav>
                                      </p:tavLst>
                                    </p:anim>
                                    <p:anim calcmode="lin" valueType="num">
                                      <p:cBhvr additive="base">
                                        <p:cTn id="170" dur="500" fill="hold"/>
                                        <p:tgtEl>
                                          <p:spTgt spid="76"/>
                                        </p:tgtEl>
                                        <p:attrNameLst>
                                          <p:attrName>ppt_y</p:attrName>
                                        </p:attrNameLst>
                                      </p:cBhvr>
                                      <p:tavLst>
                                        <p:tav tm="0">
                                          <p:val>
                                            <p:strVal val="1+#ppt_h/2"/>
                                          </p:val>
                                        </p:tav>
                                        <p:tav tm="100000">
                                          <p:val>
                                            <p:strVal val="#ppt_y"/>
                                          </p:val>
                                        </p:tav>
                                      </p:tavLst>
                                    </p:anim>
                                  </p:childTnLst>
                                </p:cTn>
                              </p:par>
                              <p:par>
                                <p:cTn id="171" presetID="2" presetClass="entr" presetSubtype="4" fill="hold" grpId="0" nodeType="withEffect">
                                  <p:stCondLst>
                                    <p:cond delay="0"/>
                                  </p:stCondLst>
                                  <p:childTnLst>
                                    <p:set>
                                      <p:cBhvr>
                                        <p:cTn id="172" dur="1" fill="hold">
                                          <p:stCondLst>
                                            <p:cond delay="0"/>
                                          </p:stCondLst>
                                        </p:cTn>
                                        <p:tgtEl>
                                          <p:spTgt spid="77"/>
                                        </p:tgtEl>
                                        <p:attrNameLst>
                                          <p:attrName>style.visibility</p:attrName>
                                        </p:attrNameLst>
                                      </p:cBhvr>
                                      <p:to>
                                        <p:strVal val="visible"/>
                                      </p:to>
                                    </p:set>
                                    <p:anim calcmode="lin" valueType="num">
                                      <p:cBhvr additive="base">
                                        <p:cTn id="173" dur="500" fill="hold"/>
                                        <p:tgtEl>
                                          <p:spTgt spid="77"/>
                                        </p:tgtEl>
                                        <p:attrNameLst>
                                          <p:attrName>ppt_x</p:attrName>
                                        </p:attrNameLst>
                                      </p:cBhvr>
                                      <p:tavLst>
                                        <p:tav tm="0">
                                          <p:val>
                                            <p:strVal val="#ppt_x"/>
                                          </p:val>
                                        </p:tav>
                                        <p:tav tm="100000">
                                          <p:val>
                                            <p:strVal val="#ppt_x"/>
                                          </p:val>
                                        </p:tav>
                                      </p:tavLst>
                                    </p:anim>
                                    <p:anim calcmode="lin" valueType="num">
                                      <p:cBhvr additive="base">
                                        <p:cTn id="17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par>
                    <p:cTn id="175" fill="hold">
                      <p:stCondLst>
                        <p:cond delay="indefinite"/>
                      </p:stCondLst>
                      <p:childTnLst>
                        <p:par>
                          <p:cTn id="176" fill="hold">
                            <p:stCondLst>
                              <p:cond delay="0"/>
                            </p:stCondLst>
                            <p:childTnLst>
                              <p:par>
                                <p:cTn id="177" presetID="2" presetClass="entr" presetSubtype="4" fill="hold" grpId="0" nodeType="clickEffect">
                                  <p:stCondLst>
                                    <p:cond delay="0"/>
                                  </p:stCondLst>
                                  <p:childTnLst>
                                    <p:set>
                                      <p:cBhvr>
                                        <p:cTn id="178" dur="1" fill="hold">
                                          <p:stCondLst>
                                            <p:cond delay="0"/>
                                          </p:stCondLst>
                                        </p:cTn>
                                        <p:tgtEl>
                                          <p:spTgt spid="78"/>
                                        </p:tgtEl>
                                        <p:attrNameLst>
                                          <p:attrName>style.visibility</p:attrName>
                                        </p:attrNameLst>
                                      </p:cBhvr>
                                      <p:to>
                                        <p:strVal val="visible"/>
                                      </p:to>
                                    </p:set>
                                    <p:anim calcmode="lin" valueType="num">
                                      <p:cBhvr additive="base">
                                        <p:cTn id="179" dur="500" fill="hold"/>
                                        <p:tgtEl>
                                          <p:spTgt spid="78"/>
                                        </p:tgtEl>
                                        <p:attrNameLst>
                                          <p:attrName>ppt_x</p:attrName>
                                        </p:attrNameLst>
                                      </p:cBhvr>
                                      <p:tavLst>
                                        <p:tav tm="0">
                                          <p:val>
                                            <p:strVal val="#ppt_x"/>
                                          </p:val>
                                        </p:tav>
                                        <p:tav tm="100000">
                                          <p:val>
                                            <p:strVal val="#ppt_x"/>
                                          </p:val>
                                        </p:tav>
                                      </p:tavLst>
                                    </p:anim>
                                    <p:anim calcmode="lin" valueType="num">
                                      <p:cBhvr additive="base">
                                        <p:cTn id="180"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ldLvl="0" animBg="1"/>
      <p:bldP spid="12" grpId="1" animBg="1"/>
      <p:bldP spid="13" grpId="0" bldLvl="0" animBg="1"/>
      <p:bldP spid="13" grpId="1" animBg="1"/>
      <p:bldP spid="2" grpId="0"/>
      <p:bldP spid="5" grpId="0"/>
      <p:bldP spid="126" grpId="0"/>
      <p:bldP spid="127" grpId="0"/>
      <p:bldP spid="128" grpId="0"/>
      <p:bldP spid="129" grpId="0"/>
      <p:bldP spid="130" grpId="0"/>
      <p:bldP spid="131" grpId="0"/>
      <p:bldP spid="132" grpId="0"/>
      <p:bldP spid="133" grpId="0"/>
      <p:bldP spid="134" grpId="0"/>
      <p:bldP spid="135" grpId="0"/>
      <p:bldP spid="136" grpId="0"/>
      <p:bldP spid="137" grpId="0"/>
      <p:bldP spid="138" grpId="0"/>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2" grpId="0" bldLvl="0" animBg="1"/>
      <p:bldP spid="142" grpId="1" animBg="1"/>
      <p:bldP spid="142" grpId="2" bldLvl="0" animBg="1"/>
      <p:bldP spid="143" grpId="0"/>
      <p:bldP spid="143" grpId="1"/>
      <p:bldP spid="139" grpId="0"/>
      <p:bldP spid="139" grpId="1"/>
      <p:bldP spid="142" grpId="3" bldLvl="0" animBg="1"/>
      <p:bldP spid="142" grpId="4" bldLvl="0" animBg="1"/>
      <p:bldP spid="8" grpId="0" bldLvl="0" animBg="1"/>
      <p:bldP spid="8" grpId="1" animBg="1"/>
      <p:bldP spid="8" grpId="2" bldLvl="0" animBg="1"/>
      <p:bldP spid="8" grpId="3" bldLvl="0" animBg="1"/>
      <p:bldP spid="64" grpId="0"/>
      <p:bldP spid="64" grpId="1"/>
      <p:bldP spid="65" grpId="0" bldLvl="0" animBg="1"/>
      <p:bldP spid="65" grpId="1" animBg="1"/>
      <p:bldP spid="65" grpId="2" animBg="1"/>
      <p:bldP spid="66" grpId="0" bldLvl="0" animBg="1"/>
      <p:bldP spid="66" grpId="1" animBg="1"/>
      <p:bldP spid="66" grpId="2" bldLvl="0" animBg="1"/>
      <p:bldP spid="67" grpId="0" bldLvl="0" animBg="1"/>
      <p:bldP spid="67" grpId="1" animBg="1"/>
      <p:bldP spid="67" grpId="2" bldLvl="0" animBg="1"/>
      <p:bldP spid="68" grpId="0"/>
      <p:bldP spid="68" grpId="1"/>
      <p:bldP spid="8" grpId="4" animBg="1"/>
      <p:bldP spid="9" grpId="0"/>
      <p:bldP spid="9" grpId="1"/>
      <p:bldP spid="10" grpId="0"/>
      <p:bldP spid="10" grpId="1"/>
      <p:bldP spid="63" grpId="0"/>
      <p:bldP spid="69" grpId="0"/>
      <p:bldP spid="70" grpId="0"/>
      <p:bldP spid="71" grpId="0"/>
      <p:bldP spid="72" grpId="0"/>
      <p:bldP spid="73" grpId="0"/>
      <p:bldP spid="63" grpId="1"/>
      <p:bldP spid="69" grpId="1"/>
      <p:bldP spid="70" grpId="1"/>
      <p:bldP spid="71" grpId="1"/>
      <p:bldP spid="72" grpId="1"/>
      <p:bldP spid="73" grpId="1"/>
      <p:bldP spid="76" grpId="0"/>
      <p:bldP spid="77" grpId="0"/>
      <p:bldP spid="76" grpId="1"/>
      <p:bldP spid="77" grpId="1"/>
      <p:bldP spid="78" grpId="0"/>
      <p:bldP spid="78" grpId="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Rectangle 7"/>
          <p:cNvSpPr>
            <a:spLocks noChangeArrowheads="1"/>
          </p:cNvSpPr>
          <p:nvPr/>
        </p:nvSpPr>
        <p:spPr bwMode="auto">
          <a:xfrm>
            <a:off x="3293746"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911091" y="38788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1127125" y="5362575"/>
            <a:ext cx="7047865" cy="205422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，②考虑该物品的价值，加上剩下空间</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，能存放的价值</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。然后两者选择最大的</a:t>
            </a:r>
            <a:r>
              <a:rPr lang="zh-CN" altLang="en-US">
                <a:latin typeface="Times New Roman" panose="02020603050405020304" pitchFamily="18" charset="0"/>
                <a:cs typeface="Times New Roman" panose="02020603050405020304" pitchFamily="18" charset="0"/>
              </a:rPr>
              <a:t>值。</a:t>
            </a:r>
            <a:endParaRPr lang="zh-CN" altLang="en-US">
              <a:latin typeface="Times New Roman" panose="02020603050405020304" pitchFamily="18" charset="0"/>
              <a:cs typeface="Times New Roman" panose="02020603050405020304" pitchFamily="18" charset="0"/>
            </a:endParaRPr>
          </a:p>
        </p:txBody>
      </p:sp>
      <p:sp>
        <p:nvSpPr>
          <p:cNvPr id="66" name="矩形标注 65"/>
          <p:cNvSpPr/>
          <p:nvPr/>
        </p:nvSpPr>
        <p:spPr>
          <a:xfrm>
            <a:off x="3676015" y="234696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r>
              <a:rPr kumimoji="0" lang="en-US" altLang="zh-CN" sz="1200" b="1" u="none" strike="noStrike" cap="none" normalizeH="0" baseline="0">
                <a:ln>
                  <a:noFill/>
                </a:ln>
                <a:solidFill>
                  <a:schemeClr val="tx1"/>
                </a:solidFill>
                <a:effectLst/>
                <a:latin typeface="宋体" panose="02010600030101010101" pitchFamily="2" charset="-122"/>
              </a:rPr>
              <a:t>1</a:t>
            </a:r>
            <a:r>
              <a:rPr kumimoji="0" lang="zh-CN" altLang="en-US" sz="1200" b="1" u="none" strike="noStrike" cap="none" normalizeH="0" baseline="0">
                <a:ln>
                  <a:noFill/>
                </a:ln>
                <a:solidFill>
                  <a:schemeClr val="tx1"/>
                </a:solidFill>
                <a:effectLst/>
                <a:latin typeface="宋体" panose="02010600030101010101" pitchFamily="2" charset="-122"/>
              </a:rPr>
              <a:t>。</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矩形标注 79"/>
          <p:cNvSpPr/>
          <p:nvPr/>
        </p:nvSpPr>
        <p:spPr>
          <a:xfrm>
            <a:off x="5452745" y="249174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a:t>
            </a:r>
            <a:r>
              <a:rPr kumimoji="0" lang="zh-CN" altLang="en-US" sz="1200" b="1" u="none" strike="noStrike" cap="none" normalizeH="0" baseline="0">
                <a:ln>
                  <a:noFill/>
                </a:ln>
                <a:solidFill>
                  <a:schemeClr val="tx1"/>
                </a:solidFill>
                <a:effectLst/>
                <a:latin typeface="宋体" panose="02010600030101010101" pitchFamily="2" charset="-122"/>
              </a:rPr>
              <a:t>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82" name="Rectangle 88"/>
          <p:cNvSpPr>
            <a:spLocks noChangeArrowheads="1"/>
          </p:cNvSpPr>
          <p:nvPr/>
        </p:nvSpPr>
        <p:spPr bwMode="auto">
          <a:xfrm>
            <a:off x="4984116"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2545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65203" y="433038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6065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4787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876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219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6169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9030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4436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8411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2545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65203" y="4692333"/>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6065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4787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876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219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6169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903028"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4436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8411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2545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65203" y="50511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6065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47878" y="5051108"/>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87628" y="5051108"/>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7" fill="hold">
                            <p:stCondLst>
                              <p:cond delay="1000"/>
                            </p:stCondLst>
                            <p:childTnLst>
                              <p:par>
                                <p:cTn id="8" presetID="35" presetClass="emph" presetSubtype="0" fill="hold" grpId="2" nodeType="afterEffect">
                                  <p:stCondLst>
                                    <p:cond delay="0"/>
                                  </p:stCondLst>
                                  <p:childTnLst>
                                    <p:anim calcmode="discrete" valueType="str">
                                      <p:cBhvr>
                                        <p:cTn id="9"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anim calcmode="lin" valueType="num">
                                      <p:cBhvr additive="base">
                                        <p:cTn id="14" dur="500" fill="hold"/>
                                        <p:tgtEl>
                                          <p:spTgt spid="80"/>
                                        </p:tgtEl>
                                        <p:attrNameLst>
                                          <p:attrName>ppt_x</p:attrName>
                                        </p:attrNameLst>
                                      </p:cBhvr>
                                      <p:tavLst>
                                        <p:tav tm="0">
                                          <p:val>
                                            <p:strVal val="#ppt_x"/>
                                          </p:val>
                                        </p:tav>
                                        <p:tav tm="100000">
                                          <p:val>
                                            <p:strVal val="#ppt_x"/>
                                          </p:val>
                                        </p:tav>
                                      </p:tavLst>
                                    </p:anim>
                                    <p:anim calcmode="lin" valueType="num">
                                      <p:cBhvr additive="base">
                                        <p:cTn id="15"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fill="hold" grpId="0" nodeType="clickEffect">
                                  <p:stCondLst>
                                    <p:cond delay="0"/>
                                  </p:stCondLst>
                                  <p:childTnLst>
                                    <p:anim calcmode="discrete" valueType="str">
                                      <p:cBhvr>
                                        <p:cTn id="19"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20" fill="hold">
                            <p:stCondLst>
                              <p:cond delay="1000"/>
                            </p:stCondLst>
                            <p:childTnLst>
                              <p:par>
                                <p:cTn id="21" presetID="35" presetClass="emph" presetSubtype="0" fill="hold" grpId="2" nodeType="afterEffect">
                                  <p:stCondLst>
                                    <p:cond delay="0"/>
                                  </p:stCondLst>
                                  <p:childTnLst>
                                    <p:anim calcmode="discrete" valueType="str">
                                      <p:cBhvr>
                                        <p:cTn id="22"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66"/>
                                        </p:tgtEl>
                                        <p:attrNameLst>
                                          <p:attrName>style.visibility</p:attrName>
                                        </p:attrNameLst>
                                      </p:cBhvr>
                                      <p:to>
                                        <p:strVal val="visible"/>
                                      </p:to>
                                    </p:set>
                                    <p:anim calcmode="lin" valueType="num">
                                      <p:cBhvr additive="base">
                                        <p:cTn id="27" dur="500" fill="hold"/>
                                        <p:tgtEl>
                                          <p:spTgt spid="66"/>
                                        </p:tgtEl>
                                        <p:attrNameLst>
                                          <p:attrName>ppt_x</p:attrName>
                                        </p:attrNameLst>
                                      </p:cBhvr>
                                      <p:tavLst>
                                        <p:tav tm="0">
                                          <p:val>
                                            <p:strVal val="#ppt_x"/>
                                          </p:val>
                                        </p:tav>
                                        <p:tav tm="100000">
                                          <p:val>
                                            <p:strVal val="#ppt_x"/>
                                          </p:val>
                                        </p:tav>
                                      </p:tavLst>
                                    </p:anim>
                                    <p:anim calcmode="lin" valueType="num">
                                      <p:cBhvr additive="base">
                                        <p:cTn id="2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82"/>
                                        </p:tgtEl>
                                        <p:attrNameLst>
                                          <p:attrName>style.visibility</p:attrName>
                                        </p:attrNameLst>
                                      </p:cBhvr>
                                      <p:to>
                                        <p:strVal val="visible"/>
                                      </p:to>
                                    </p:set>
                                    <p:anim calcmode="lin" valueType="num">
                                      <p:cBhvr additive="base">
                                        <p:cTn id="33" dur="500" fill="hold"/>
                                        <p:tgtEl>
                                          <p:spTgt spid="82"/>
                                        </p:tgtEl>
                                        <p:attrNameLst>
                                          <p:attrName>ppt_x</p:attrName>
                                        </p:attrNameLst>
                                      </p:cBhvr>
                                      <p:tavLst>
                                        <p:tav tm="0">
                                          <p:val>
                                            <p:strVal val="#ppt_x"/>
                                          </p:val>
                                        </p:tav>
                                        <p:tav tm="100000">
                                          <p:val>
                                            <p:strVal val="#ppt_x"/>
                                          </p:val>
                                        </p:tav>
                                      </p:tavLst>
                                    </p:anim>
                                    <p:anim calcmode="lin" valueType="num">
                                      <p:cBhvr additive="base">
                                        <p:cTn id="34" dur="500" fill="hold"/>
                                        <p:tgtEl>
                                          <p:spTgt spid="82"/>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83"/>
                                        </p:tgtEl>
                                        <p:attrNameLst>
                                          <p:attrName>style.visibility</p:attrName>
                                        </p:attrNameLst>
                                      </p:cBhvr>
                                      <p:to>
                                        <p:strVal val="visible"/>
                                      </p:to>
                                    </p:set>
                                    <p:anim calcmode="lin" valueType="num">
                                      <p:cBhvr additive="base">
                                        <p:cTn id="39" dur="500" fill="hold"/>
                                        <p:tgtEl>
                                          <p:spTgt spid="83"/>
                                        </p:tgtEl>
                                        <p:attrNameLst>
                                          <p:attrName>ppt_x</p:attrName>
                                        </p:attrNameLst>
                                      </p:cBhvr>
                                      <p:tavLst>
                                        <p:tav tm="0">
                                          <p:val>
                                            <p:strVal val="#ppt_x"/>
                                          </p:val>
                                        </p:tav>
                                        <p:tav tm="100000">
                                          <p:val>
                                            <p:strVal val="#ppt_x"/>
                                          </p:val>
                                        </p:tav>
                                      </p:tavLst>
                                    </p:anim>
                                    <p:anim calcmode="lin" valueType="num">
                                      <p:cBhvr additive="base">
                                        <p:cTn id="40" dur="500" fill="hold"/>
                                        <p:tgtEl>
                                          <p:spTgt spid="83"/>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84"/>
                                        </p:tgtEl>
                                        <p:attrNameLst>
                                          <p:attrName>style.visibility</p:attrName>
                                        </p:attrNameLst>
                                      </p:cBhvr>
                                      <p:to>
                                        <p:strVal val="visible"/>
                                      </p:to>
                                    </p:set>
                                    <p:anim calcmode="lin" valueType="num">
                                      <p:cBhvr additive="base">
                                        <p:cTn id="43" dur="500" fill="hold"/>
                                        <p:tgtEl>
                                          <p:spTgt spid="84"/>
                                        </p:tgtEl>
                                        <p:attrNameLst>
                                          <p:attrName>ppt_x</p:attrName>
                                        </p:attrNameLst>
                                      </p:cBhvr>
                                      <p:tavLst>
                                        <p:tav tm="0">
                                          <p:val>
                                            <p:strVal val="#ppt_x"/>
                                          </p:val>
                                        </p:tav>
                                        <p:tav tm="100000">
                                          <p:val>
                                            <p:strVal val="#ppt_x"/>
                                          </p:val>
                                        </p:tav>
                                      </p:tavLst>
                                    </p:anim>
                                    <p:anim calcmode="lin" valueType="num">
                                      <p:cBhvr additive="base">
                                        <p:cTn id="44" dur="500" fill="hold"/>
                                        <p:tgtEl>
                                          <p:spTgt spid="84"/>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anim calcmode="lin" valueType="num">
                                      <p:cBhvr additive="base">
                                        <p:cTn id="47" dur="500" fill="hold"/>
                                        <p:tgtEl>
                                          <p:spTgt spid="85"/>
                                        </p:tgtEl>
                                        <p:attrNameLst>
                                          <p:attrName>ppt_x</p:attrName>
                                        </p:attrNameLst>
                                      </p:cBhvr>
                                      <p:tavLst>
                                        <p:tav tm="0">
                                          <p:val>
                                            <p:strVal val="#ppt_x"/>
                                          </p:val>
                                        </p:tav>
                                        <p:tav tm="100000">
                                          <p:val>
                                            <p:strVal val="#ppt_x"/>
                                          </p:val>
                                        </p:tav>
                                      </p:tavLst>
                                    </p:anim>
                                    <p:anim calcmode="lin" valueType="num">
                                      <p:cBhvr additive="base">
                                        <p:cTn id="48" dur="500" fill="hold"/>
                                        <p:tgtEl>
                                          <p:spTgt spid="8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anim calcmode="lin" valueType="num">
                                      <p:cBhvr additive="base">
                                        <p:cTn id="51" dur="500" fill="hold"/>
                                        <p:tgtEl>
                                          <p:spTgt spid="86"/>
                                        </p:tgtEl>
                                        <p:attrNameLst>
                                          <p:attrName>ppt_x</p:attrName>
                                        </p:attrNameLst>
                                      </p:cBhvr>
                                      <p:tavLst>
                                        <p:tav tm="0">
                                          <p:val>
                                            <p:strVal val="#ppt_x"/>
                                          </p:val>
                                        </p:tav>
                                        <p:tav tm="100000">
                                          <p:val>
                                            <p:strVal val="#ppt_x"/>
                                          </p:val>
                                        </p:tav>
                                      </p:tavLst>
                                    </p:anim>
                                    <p:anim calcmode="lin" valueType="num">
                                      <p:cBhvr additive="base">
                                        <p:cTn id="52" dur="500" fill="hold"/>
                                        <p:tgtEl>
                                          <p:spTgt spid="86"/>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90"/>
                                        </p:tgtEl>
                                        <p:attrNameLst>
                                          <p:attrName>style.visibility</p:attrName>
                                        </p:attrNameLst>
                                      </p:cBhvr>
                                      <p:to>
                                        <p:strVal val="visible"/>
                                      </p:to>
                                    </p:set>
                                    <p:anim calcmode="lin" valueType="num">
                                      <p:cBhvr additive="base">
                                        <p:cTn id="59" dur="500" fill="hold"/>
                                        <p:tgtEl>
                                          <p:spTgt spid="90"/>
                                        </p:tgtEl>
                                        <p:attrNameLst>
                                          <p:attrName>ppt_x</p:attrName>
                                        </p:attrNameLst>
                                      </p:cBhvr>
                                      <p:tavLst>
                                        <p:tav tm="0">
                                          <p:val>
                                            <p:strVal val="#ppt_x"/>
                                          </p:val>
                                        </p:tav>
                                        <p:tav tm="100000">
                                          <p:val>
                                            <p:strVal val="#ppt_x"/>
                                          </p:val>
                                        </p:tav>
                                      </p:tavLst>
                                    </p:anim>
                                    <p:anim calcmode="lin" valueType="num">
                                      <p:cBhvr additive="base">
                                        <p:cTn id="60" dur="500" fill="hold"/>
                                        <p:tgtEl>
                                          <p:spTgt spid="90"/>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91"/>
                                        </p:tgtEl>
                                        <p:attrNameLst>
                                          <p:attrName>style.visibility</p:attrName>
                                        </p:attrNameLst>
                                      </p:cBhvr>
                                      <p:to>
                                        <p:strVal val="visible"/>
                                      </p:to>
                                    </p:set>
                                    <p:anim calcmode="lin" valueType="num">
                                      <p:cBhvr additive="base">
                                        <p:cTn id="63" dur="500" fill="hold"/>
                                        <p:tgtEl>
                                          <p:spTgt spid="91"/>
                                        </p:tgtEl>
                                        <p:attrNameLst>
                                          <p:attrName>ppt_x</p:attrName>
                                        </p:attrNameLst>
                                      </p:cBhvr>
                                      <p:tavLst>
                                        <p:tav tm="0">
                                          <p:val>
                                            <p:strVal val="#ppt_x"/>
                                          </p:val>
                                        </p:tav>
                                        <p:tav tm="100000">
                                          <p:val>
                                            <p:strVal val="#ppt_x"/>
                                          </p:val>
                                        </p:tav>
                                      </p:tavLst>
                                    </p:anim>
                                    <p:anim calcmode="lin" valueType="num">
                                      <p:cBhvr additive="base">
                                        <p:cTn id="64" dur="500" fill="hold"/>
                                        <p:tgtEl>
                                          <p:spTgt spid="91"/>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92"/>
                                        </p:tgtEl>
                                        <p:attrNameLst>
                                          <p:attrName>style.visibility</p:attrName>
                                        </p:attrNameLst>
                                      </p:cBhvr>
                                      <p:to>
                                        <p:strVal val="visible"/>
                                      </p:to>
                                    </p:set>
                                    <p:anim calcmode="lin" valueType="num">
                                      <p:cBhvr additive="base">
                                        <p:cTn id="67" dur="500" fill="hold"/>
                                        <p:tgtEl>
                                          <p:spTgt spid="92"/>
                                        </p:tgtEl>
                                        <p:attrNameLst>
                                          <p:attrName>ppt_x</p:attrName>
                                        </p:attrNameLst>
                                      </p:cBhvr>
                                      <p:tavLst>
                                        <p:tav tm="0">
                                          <p:val>
                                            <p:strVal val="#ppt_x"/>
                                          </p:val>
                                        </p:tav>
                                        <p:tav tm="100000">
                                          <p:val>
                                            <p:strVal val="#ppt_x"/>
                                          </p:val>
                                        </p:tav>
                                      </p:tavLst>
                                    </p:anim>
                                    <p:anim calcmode="lin" valueType="num">
                                      <p:cBhvr additive="base">
                                        <p:cTn id="68" dur="500" fill="hold"/>
                                        <p:tgtEl>
                                          <p:spTgt spid="92"/>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102"/>
                                        </p:tgtEl>
                                        <p:attrNameLst>
                                          <p:attrName>style.visibility</p:attrName>
                                        </p:attrNameLst>
                                      </p:cBhvr>
                                      <p:to>
                                        <p:strVal val="visible"/>
                                      </p:to>
                                    </p:set>
                                    <p:anim calcmode="lin" valueType="num">
                                      <p:cBhvr additive="base">
                                        <p:cTn id="71" dur="500" fill="hold"/>
                                        <p:tgtEl>
                                          <p:spTgt spid="102"/>
                                        </p:tgtEl>
                                        <p:attrNameLst>
                                          <p:attrName>ppt_x</p:attrName>
                                        </p:attrNameLst>
                                      </p:cBhvr>
                                      <p:tavLst>
                                        <p:tav tm="0">
                                          <p:val>
                                            <p:strVal val="#ppt_x"/>
                                          </p:val>
                                        </p:tav>
                                        <p:tav tm="100000">
                                          <p:val>
                                            <p:strVal val="#ppt_x"/>
                                          </p:val>
                                        </p:tav>
                                      </p:tavLst>
                                    </p:anim>
                                    <p:anim calcmode="lin" valueType="num">
                                      <p:cBhvr additive="base">
                                        <p:cTn id="72" dur="500" fill="hold"/>
                                        <p:tgtEl>
                                          <p:spTgt spid="102"/>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115"/>
                                        </p:tgtEl>
                                        <p:attrNameLst>
                                          <p:attrName>style.visibility</p:attrName>
                                        </p:attrNameLst>
                                      </p:cBhvr>
                                      <p:to>
                                        <p:strVal val="visible"/>
                                      </p:to>
                                    </p:set>
                                    <p:anim calcmode="lin" valueType="num">
                                      <p:cBhvr additive="base">
                                        <p:cTn id="75" dur="500" fill="hold"/>
                                        <p:tgtEl>
                                          <p:spTgt spid="115"/>
                                        </p:tgtEl>
                                        <p:attrNameLst>
                                          <p:attrName>ppt_x</p:attrName>
                                        </p:attrNameLst>
                                      </p:cBhvr>
                                      <p:tavLst>
                                        <p:tav tm="0">
                                          <p:val>
                                            <p:strVal val="#ppt_x"/>
                                          </p:val>
                                        </p:tav>
                                        <p:tav tm="100000">
                                          <p:val>
                                            <p:strVal val="#ppt_x"/>
                                          </p:val>
                                        </p:tav>
                                      </p:tavLst>
                                    </p:anim>
                                    <p:anim calcmode="lin" valueType="num">
                                      <p:cBhvr additive="base">
                                        <p:cTn id="76" dur="500" fill="hold"/>
                                        <p:tgtEl>
                                          <p:spTgt spid="115"/>
                                        </p:tgtEl>
                                        <p:attrNameLst>
                                          <p:attrName>ppt_y</p:attrName>
                                        </p:attrNameLst>
                                      </p:cBhvr>
                                      <p:tavLst>
                                        <p:tav tm="0">
                                          <p:val>
                                            <p:strVal val="1+#ppt_h/2"/>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140"/>
                                        </p:tgtEl>
                                        <p:attrNameLst>
                                          <p:attrName>style.visibility</p:attrName>
                                        </p:attrNameLst>
                                      </p:cBhvr>
                                      <p:to>
                                        <p:strVal val="visible"/>
                                      </p:to>
                                    </p:set>
                                    <p:anim calcmode="lin" valueType="num">
                                      <p:cBhvr additive="base">
                                        <p:cTn id="79" dur="500" fill="hold"/>
                                        <p:tgtEl>
                                          <p:spTgt spid="140"/>
                                        </p:tgtEl>
                                        <p:attrNameLst>
                                          <p:attrName>ppt_x</p:attrName>
                                        </p:attrNameLst>
                                      </p:cBhvr>
                                      <p:tavLst>
                                        <p:tav tm="0">
                                          <p:val>
                                            <p:strVal val="#ppt_x"/>
                                          </p:val>
                                        </p:tav>
                                        <p:tav tm="100000">
                                          <p:val>
                                            <p:strVal val="#ppt_x"/>
                                          </p:val>
                                        </p:tav>
                                      </p:tavLst>
                                    </p:anim>
                                    <p:anim calcmode="lin" valueType="num">
                                      <p:cBhvr additive="base">
                                        <p:cTn id="80" dur="500" fill="hold"/>
                                        <p:tgtEl>
                                          <p:spTgt spid="140"/>
                                        </p:tgtEl>
                                        <p:attrNameLst>
                                          <p:attrName>ppt_y</p:attrName>
                                        </p:attrNameLst>
                                      </p:cBhvr>
                                      <p:tavLst>
                                        <p:tav tm="0">
                                          <p:val>
                                            <p:strVal val="1+#ppt_h/2"/>
                                          </p:val>
                                        </p:tav>
                                        <p:tav tm="100000">
                                          <p:val>
                                            <p:strVal val="#ppt_y"/>
                                          </p:val>
                                        </p:tav>
                                      </p:tavLst>
                                    </p:anim>
                                  </p:childTnLst>
                                </p:cTn>
                              </p:par>
                              <p:par>
                                <p:cTn id="81" presetID="2" presetClass="entr" presetSubtype="4" fill="hold" grpId="0" nodeType="withEffect">
                                  <p:stCondLst>
                                    <p:cond delay="0"/>
                                  </p:stCondLst>
                                  <p:childTnLst>
                                    <p:set>
                                      <p:cBhvr>
                                        <p:cTn id="82" dur="1" fill="hold">
                                          <p:stCondLst>
                                            <p:cond delay="0"/>
                                          </p:stCondLst>
                                        </p:cTn>
                                        <p:tgtEl>
                                          <p:spTgt spid="141"/>
                                        </p:tgtEl>
                                        <p:attrNameLst>
                                          <p:attrName>style.visibility</p:attrName>
                                        </p:attrNameLst>
                                      </p:cBhvr>
                                      <p:to>
                                        <p:strVal val="visible"/>
                                      </p:to>
                                    </p:set>
                                    <p:anim calcmode="lin" valueType="num">
                                      <p:cBhvr additive="base">
                                        <p:cTn id="83" dur="500" fill="hold"/>
                                        <p:tgtEl>
                                          <p:spTgt spid="141"/>
                                        </p:tgtEl>
                                        <p:attrNameLst>
                                          <p:attrName>ppt_x</p:attrName>
                                        </p:attrNameLst>
                                      </p:cBhvr>
                                      <p:tavLst>
                                        <p:tav tm="0">
                                          <p:val>
                                            <p:strVal val="#ppt_x"/>
                                          </p:val>
                                        </p:tav>
                                        <p:tav tm="100000">
                                          <p:val>
                                            <p:strVal val="#ppt_x"/>
                                          </p:val>
                                        </p:tav>
                                      </p:tavLst>
                                    </p:anim>
                                    <p:anim calcmode="lin" valueType="num">
                                      <p:cBhvr additive="base">
                                        <p:cTn id="84" dur="500" fill="hold"/>
                                        <p:tgtEl>
                                          <p:spTgt spid="141"/>
                                        </p:tgtEl>
                                        <p:attrNameLst>
                                          <p:attrName>ppt_y</p:attrName>
                                        </p:attrNameLst>
                                      </p:cBhvr>
                                      <p:tavLst>
                                        <p:tav tm="0">
                                          <p:val>
                                            <p:strVal val="1+#ppt_h/2"/>
                                          </p:val>
                                        </p:tav>
                                        <p:tav tm="100000">
                                          <p:val>
                                            <p:strVal val="#ppt_y"/>
                                          </p:val>
                                        </p:tav>
                                      </p:tavLst>
                                    </p:anim>
                                  </p:childTnLst>
                                </p:cTn>
                              </p:par>
                              <p:par>
                                <p:cTn id="85" presetID="2" presetClass="entr" presetSubtype="4" fill="hold" grpId="0" nodeType="withEffect">
                                  <p:stCondLst>
                                    <p:cond delay="0"/>
                                  </p:stCondLst>
                                  <p:childTnLst>
                                    <p:set>
                                      <p:cBhvr>
                                        <p:cTn id="86" dur="1" fill="hold">
                                          <p:stCondLst>
                                            <p:cond delay="0"/>
                                          </p:stCondLst>
                                        </p:cTn>
                                        <p:tgtEl>
                                          <p:spTgt spid="144"/>
                                        </p:tgtEl>
                                        <p:attrNameLst>
                                          <p:attrName>style.visibility</p:attrName>
                                        </p:attrNameLst>
                                      </p:cBhvr>
                                      <p:to>
                                        <p:strVal val="visible"/>
                                      </p:to>
                                    </p:set>
                                    <p:anim calcmode="lin" valueType="num">
                                      <p:cBhvr additive="base">
                                        <p:cTn id="87" dur="500" fill="hold"/>
                                        <p:tgtEl>
                                          <p:spTgt spid="144"/>
                                        </p:tgtEl>
                                        <p:attrNameLst>
                                          <p:attrName>ppt_x</p:attrName>
                                        </p:attrNameLst>
                                      </p:cBhvr>
                                      <p:tavLst>
                                        <p:tav tm="0">
                                          <p:val>
                                            <p:strVal val="#ppt_x"/>
                                          </p:val>
                                        </p:tav>
                                        <p:tav tm="100000">
                                          <p:val>
                                            <p:strVal val="#ppt_x"/>
                                          </p:val>
                                        </p:tav>
                                      </p:tavLst>
                                    </p:anim>
                                    <p:anim calcmode="lin" valueType="num">
                                      <p:cBhvr additive="base">
                                        <p:cTn id="88" dur="500" fill="hold"/>
                                        <p:tgtEl>
                                          <p:spTgt spid="144"/>
                                        </p:tgtEl>
                                        <p:attrNameLst>
                                          <p:attrName>ppt_y</p:attrName>
                                        </p:attrNameLst>
                                      </p:cBhvr>
                                      <p:tavLst>
                                        <p:tav tm="0">
                                          <p:val>
                                            <p:strVal val="1+#ppt_h/2"/>
                                          </p:val>
                                        </p:tav>
                                        <p:tav tm="100000">
                                          <p:val>
                                            <p:strVal val="#ppt_y"/>
                                          </p:val>
                                        </p:tav>
                                      </p:tavLst>
                                    </p:anim>
                                  </p:childTnLst>
                                </p:cTn>
                              </p:par>
                              <p:par>
                                <p:cTn id="89" presetID="2" presetClass="entr" presetSubtype="4" fill="hold" grpId="0" nodeType="withEffect">
                                  <p:stCondLst>
                                    <p:cond delay="0"/>
                                  </p:stCondLst>
                                  <p:childTnLst>
                                    <p:set>
                                      <p:cBhvr>
                                        <p:cTn id="90" dur="1" fill="hold">
                                          <p:stCondLst>
                                            <p:cond delay="0"/>
                                          </p:stCondLst>
                                        </p:cTn>
                                        <p:tgtEl>
                                          <p:spTgt spid="145"/>
                                        </p:tgtEl>
                                        <p:attrNameLst>
                                          <p:attrName>style.visibility</p:attrName>
                                        </p:attrNameLst>
                                      </p:cBhvr>
                                      <p:to>
                                        <p:strVal val="visible"/>
                                      </p:to>
                                    </p:set>
                                    <p:anim calcmode="lin" valueType="num">
                                      <p:cBhvr additive="base">
                                        <p:cTn id="91" dur="500" fill="hold"/>
                                        <p:tgtEl>
                                          <p:spTgt spid="145"/>
                                        </p:tgtEl>
                                        <p:attrNameLst>
                                          <p:attrName>ppt_x</p:attrName>
                                        </p:attrNameLst>
                                      </p:cBhvr>
                                      <p:tavLst>
                                        <p:tav tm="0">
                                          <p:val>
                                            <p:strVal val="#ppt_x"/>
                                          </p:val>
                                        </p:tav>
                                        <p:tav tm="100000">
                                          <p:val>
                                            <p:strVal val="#ppt_x"/>
                                          </p:val>
                                        </p:tav>
                                      </p:tavLst>
                                    </p:anim>
                                    <p:anim calcmode="lin" valueType="num">
                                      <p:cBhvr additive="base">
                                        <p:cTn id="92" dur="500" fill="hold"/>
                                        <p:tgtEl>
                                          <p:spTgt spid="145"/>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146"/>
                                        </p:tgtEl>
                                        <p:attrNameLst>
                                          <p:attrName>style.visibility</p:attrName>
                                        </p:attrNameLst>
                                      </p:cBhvr>
                                      <p:to>
                                        <p:strVal val="visible"/>
                                      </p:to>
                                    </p:set>
                                    <p:anim calcmode="lin" valueType="num">
                                      <p:cBhvr additive="base">
                                        <p:cTn id="97" dur="500" fill="hold"/>
                                        <p:tgtEl>
                                          <p:spTgt spid="146"/>
                                        </p:tgtEl>
                                        <p:attrNameLst>
                                          <p:attrName>ppt_x</p:attrName>
                                        </p:attrNameLst>
                                      </p:cBhvr>
                                      <p:tavLst>
                                        <p:tav tm="0">
                                          <p:val>
                                            <p:strVal val="#ppt_x"/>
                                          </p:val>
                                        </p:tav>
                                        <p:tav tm="100000">
                                          <p:val>
                                            <p:strVal val="#ppt_x"/>
                                          </p:val>
                                        </p:tav>
                                      </p:tavLst>
                                    </p:anim>
                                    <p:anim calcmode="lin" valueType="num">
                                      <p:cBhvr additive="base">
                                        <p:cTn id="98" dur="500" fill="hold"/>
                                        <p:tgtEl>
                                          <p:spTgt spid="146"/>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147"/>
                                        </p:tgtEl>
                                        <p:attrNameLst>
                                          <p:attrName>style.visibility</p:attrName>
                                        </p:attrNameLst>
                                      </p:cBhvr>
                                      <p:to>
                                        <p:strVal val="visible"/>
                                      </p:to>
                                    </p:set>
                                    <p:anim calcmode="lin" valueType="num">
                                      <p:cBhvr additive="base">
                                        <p:cTn id="101" dur="500" fill="hold"/>
                                        <p:tgtEl>
                                          <p:spTgt spid="147"/>
                                        </p:tgtEl>
                                        <p:attrNameLst>
                                          <p:attrName>ppt_x</p:attrName>
                                        </p:attrNameLst>
                                      </p:cBhvr>
                                      <p:tavLst>
                                        <p:tav tm="0">
                                          <p:val>
                                            <p:strVal val="#ppt_x"/>
                                          </p:val>
                                        </p:tav>
                                        <p:tav tm="100000">
                                          <p:val>
                                            <p:strVal val="#ppt_x"/>
                                          </p:val>
                                        </p:tav>
                                      </p:tavLst>
                                    </p:anim>
                                    <p:anim calcmode="lin" valueType="num">
                                      <p:cBhvr additive="base">
                                        <p:cTn id="102" dur="500" fill="hold"/>
                                        <p:tgtEl>
                                          <p:spTgt spid="147"/>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148"/>
                                        </p:tgtEl>
                                        <p:attrNameLst>
                                          <p:attrName>style.visibility</p:attrName>
                                        </p:attrNameLst>
                                      </p:cBhvr>
                                      <p:to>
                                        <p:strVal val="visible"/>
                                      </p:to>
                                    </p:set>
                                    <p:anim calcmode="lin" valueType="num">
                                      <p:cBhvr additive="base">
                                        <p:cTn id="105" dur="500" fill="hold"/>
                                        <p:tgtEl>
                                          <p:spTgt spid="148"/>
                                        </p:tgtEl>
                                        <p:attrNameLst>
                                          <p:attrName>ppt_x</p:attrName>
                                        </p:attrNameLst>
                                      </p:cBhvr>
                                      <p:tavLst>
                                        <p:tav tm="0">
                                          <p:val>
                                            <p:strVal val="#ppt_x"/>
                                          </p:val>
                                        </p:tav>
                                        <p:tav tm="100000">
                                          <p:val>
                                            <p:strVal val="#ppt_x"/>
                                          </p:val>
                                        </p:tav>
                                      </p:tavLst>
                                    </p:anim>
                                    <p:anim calcmode="lin" valueType="num">
                                      <p:cBhvr additive="base">
                                        <p:cTn id="106" dur="500" fill="hold"/>
                                        <p:tgtEl>
                                          <p:spTgt spid="148"/>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149"/>
                                        </p:tgtEl>
                                        <p:attrNameLst>
                                          <p:attrName>style.visibility</p:attrName>
                                        </p:attrNameLst>
                                      </p:cBhvr>
                                      <p:to>
                                        <p:strVal val="visible"/>
                                      </p:to>
                                    </p:set>
                                    <p:anim calcmode="lin" valueType="num">
                                      <p:cBhvr additive="base">
                                        <p:cTn id="109" dur="500" fill="hold"/>
                                        <p:tgtEl>
                                          <p:spTgt spid="149"/>
                                        </p:tgtEl>
                                        <p:attrNameLst>
                                          <p:attrName>ppt_x</p:attrName>
                                        </p:attrNameLst>
                                      </p:cBhvr>
                                      <p:tavLst>
                                        <p:tav tm="0">
                                          <p:val>
                                            <p:strVal val="#ppt_x"/>
                                          </p:val>
                                        </p:tav>
                                        <p:tav tm="100000">
                                          <p:val>
                                            <p:strVal val="#ppt_x"/>
                                          </p:val>
                                        </p:tav>
                                      </p:tavLst>
                                    </p:anim>
                                    <p:anim calcmode="lin" valueType="num">
                                      <p:cBhvr additive="base">
                                        <p:cTn id="110" dur="500" fill="hold"/>
                                        <p:tgtEl>
                                          <p:spTgt spid="149"/>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stCondLst>
                                    <p:cond delay="0"/>
                                  </p:stCondLst>
                                  <p:childTnLst>
                                    <p:set>
                                      <p:cBhvr>
                                        <p:cTn id="112" dur="1" fill="hold">
                                          <p:stCondLst>
                                            <p:cond delay="0"/>
                                          </p:stCondLst>
                                        </p:cTn>
                                        <p:tgtEl>
                                          <p:spTgt spid="150"/>
                                        </p:tgtEl>
                                        <p:attrNameLst>
                                          <p:attrName>style.visibility</p:attrName>
                                        </p:attrNameLst>
                                      </p:cBhvr>
                                      <p:to>
                                        <p:strVal val="visible"/>
                                      </p:to>
                                    </p:set>
                                    <p:anim calcmode="lin" valueType="num">
                                      <p:cBhvr additive="base">
                                        <p:cTn id="113" dur="500" fill="hold"/>
                                        <p:tgtEl>
                                          <p:spTgt spid="150"/>
                                        </p:tgtEl>
                                        <p:attrNameLst>
                                          <p:attrName>ppt_x</p:attrName>
                                        </p:attrNameLst>
                                      </p:cBhvr>
                                      <p:tavLst>
                                        <p:tav tm="0">
                                          <p:val>
                                            <p:strVal val="#ppt_x"/>
                                          </p:val>
                                        </p:tav>
                                        <p:tav tm="100000">
                                          <p:val>
                                            <p:strVal val="#ppt_x"/>
                                          </p:val>
                                        </p:tav>
                                      </p:tavLst>
                                    </p:anim>
                                    <p:anim calcmode="lin" valueType="num">
                                      <p:cBhvr additive="base">
                                        <p:cTn id="114" dur="500" fill="hold"/>
                                        <p:tgtEl>
                                          <p:spTgt spid="150"/>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151"/>
                                        </p:tgtEl>
                                        <p:attrNameLst>
                                          <p:attrName>style.visibility</p:attrName>
                                        </p:attrNameLst>
                                      </p:cBhvr>
                                      <p:to>
                                        <p:strVal val="visible"/>
                                      </p:to>
                                    </p:set>
                                    <p:anim calcmode="lin" valueType="num">
                                      <p:cBhvr additive="base">
                                        <p:cTn id="117" dur="500" fill="hold"/>
                                        <p:tgtEl>
                                          <p:spTgt spid="151"/>
                                        </p:tgtEl>
                                        <p:attrNameLst>
                                          <p:attrName>ppt_x</p:attrName>
                                        </p:attrNameLst>
                                      </p:cBhvr>
                                      <p:tavLst>
                                        <p:tav tm="0">
                                          <p:val>
                                            <p:strVal val="#ppt_x"/>
                                          </p:val>
                                        </p:tav>
                                        <p:tav tm="100000">
                                          <p:val>
                                            <p:strVal val="#ppt_x"/>
                                          </p:val>
                                        </p:tav>
                                      </p:tavLst>
                                    </p:anim>
                                    <p:anim calcmode="lin" valueType="num">
                                      <p:cBhvr additive="base">
                                        <p:cTn id="118" dur="500" fill="hold"/>
                                        <p:tgtEl>
                                          <p:spTgt spid="15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152"/>
                                        </p:tgtEl>
                                        <p:attrNameLst>
                                          <p:attrName>style.visibility</p:attrName>
                                        </p:attrNameLst>
                                      </p:cBhvr>
                                      <p:to>
                                        <p:strVal val="visible"/>
                                      </p:to>
                                    </p:set>
                                    <p:anim calcmode="lin" valueType="num">
                                      <p:cBhvr additive="base">
                                        <p:cTn id="121" dur="500" fill="hold"/>
                                        <p:tgtEl>
                                          <p:spTgt spid="152"/>
                                        </p:tgtEl>
                                        <p:attrNameLst>
                                          <p:attrName>ppt_x</p:attrName>
                                        </p:attrNameLst>
                                      </p:cBhvr>
                                      <p:tavLst>
                                        <p:tav tm="0">
                                          <p:val>
                                            <p:strVal val="#ppt_x"/>
                                          </p:val>
                                        </p:tav>
                                        <p:tav tm="100000">
                                          <p:val>
                                            <p:strVal val="#ppt_x"/>
                                          </p:val>
                                        </p:tav>
                                      </p:tavLst>
                                    </p:anim>
                                    <p:anim calcmode="lin" valueType="num">
                                      <p:cBhvr additive="base">
                                        <p:cTn id="122" dur="500" fill="hold"/>
                                        <p:tgtEl>
                                          <p:spTgt spid="152"/>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153"/>
                                        </p:tgtEl>
                                        <p:attrNameLst>
                                          <p:attrName>style.visibility</p:attrName>
                                        </p:attrNameLst>
                                      </p:cBhvr>
                                      <p:to>
                                        <p:strVal val="visible"/>
                                      </p:to>
                                    </p:set>
                                    <p:anim calcmode="lin" valueType="num">
                                      <p:cBhvr additive="base">
                                        <p:cTn id="125" dur="500" fill="hold"/>
                                        <p:tgtEl>
                                          <p:spTgt spid="153"/>
                                        </p:tgtEl>
                                        <p:attrNameLst>
                                          <p:attrName>ppt_x</p:attrName>
                                        </p:attrNameLst>
                                      </p:cBhvr>
                                      <p:tavLst>
                                        <p:tav tm="0">
                                          <p:val>
                                            <p:strVal val="#ppt_x"/>
                                          </p:val>
                                        </p:tav>
                                        <p:tav tm="100000">
                                          <p:val>
                                            <p:strVal val="#ppt_x"/>
                                          </p:val>
                                        </p:tav>
                                      </p:tavLst>
                                    </p:anim>
                                    <p:anim calcmode="lin" valueType="num">
                                      <p:cBhvr additive="base">
                                        <p:cTn id="126" dur="500" fill="hold"/>
                                        <p:tgtEl>
                                          <p:spTgt spid="153"/>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54"/>
                                        </p:tgtEl>
                                        <p:attrNameLst>
                                          <p:attrName>style.visibility</p:attrName>
                                        </p:attrNameLst>
                                      </p:cBhvr>
                                      <p:to>
                                        <p:strVal val="visible"/>
                                      </p:to>
                                    </p:set>
                                    <p:anim calcmode="lin" valueType="num">
                                      <p:cBhvr additive="base">
                                        <p:cTn id="129" dur="500" fill="hold"/>
                                        <p:tgtEl>
                                          <p:spTgt spid="154"/>
                                        </p:tgtEl>
                                        <p:attrNameLst>
                                          <p:attrName>ppt_x</p:attrName>
                                        </p:attrNameLst>
                                      </p:cBhvr>
                                      <p:tavLst>
                                        <p:tav tm="0">
                                          <p:val>
                                            <p:strVal val="#ppt_x"/>
                                          </p:val>
                                        </p:tav>
                                        <p:tav tm="100000">
                                          <p:val>
                                            <p:strVal val="#ppt_x"/>
                                          </p:val>
                                        </p:tav>
                                      </p:tavLst>
                                    </p:anim>
                                    <p:anim calcmode="lin" valueType="num">
                                      <p:cBhvr additive="base">
                                        <p:cTn id="130" dur="500" fill="hold"/>
                                        <p:tgtEl>
                                          <p:spTgt spid="154"/>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155"/>
                                        </p:tgtEl>
                                        <p:attrNameLst>
                                          <p:attrName>style.visibility</p:attrName>
                                        </p:attrNameLst>
                                      </p:cBhvr>
                                      <p:to>
                                        <p:strVal val="visible"/>
                                      </p:to>
                                    </p:set>
                                    <p:anim calcmode="lin" valueType="num">
                                      <p:cBhvr additive="base">
                                        <p:cTn id="133" dur="500" fill="hold"/>
                                        <p:tgtEl>
                                          <p:spTgt spid="155"/>
                                        </p:tgtEl>
                                        <p:attrNameLst>
                                          <p:attrName>ppt_x</p:attrName>
                                        </p:attrNameLst>
                                      </p:cBhvr>
                                      <p:tavLst>
                                        <p:tav tm="0">
                                          <p:val>
                                            <p:strVal val="#ppt_x"/>
                                          </p:val>
                                        </p:tav>
                                        <p:tav tm="100000">
                                          <p:val>
                                            <p:strVal val="#ppt_x"/>
                                          </p:val>
                                        </p:tav>
                                      </p:tavLst>
                                    </p:anim>
                                    <p:anim calcmode="lin" valueType="num">
                                      <p:cBhvr additive="base">
                                        <p:cTn id="134" dur="500" fill="hold"/>
                                        <p:tgtEl>
                                          <p:spTgt spid="155"/>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156"/>
                                        </p:tgtEl>
                                        <p:attrNameLst>
                                          <p:attrName>style.visibility</p:attrName>
                                        </p:attrNameLst>
                                      </p:cBhvr>
                                      <p:to>
                                        <p:strVal val="visible"/>
                                      </p:to>
                                    </p:set>
                                    <p:anim calcmode="lin" valueType="num">
                                      <p:cBhvr additive="base">
                                        <p:cTn id="137" dur="500" fill="hold"/>
                                        <p:tgtEl>
                                          <p:spTgt spid="156"/>
                                        </p:tgtEl>
                                        <p:attrNameLst>
                                          <p:attrName>ppt_x</p:attrName>
                                        </p:attrNameLst>
                                      </p:cBhvr>
                                      <p:tavLst>
                                        <p:tav tm="0">
                                          <p:val>
                                            <p:strVal val="#ppt_x"/>
                                          </p:val>
                                        </p:tav>
                                        <p:tav tm="100000">
                                          <p:val>
                                            <p:strVal val="#ppt_x"/>
                                          </p:val>
                                        </p:tav>
                                      </p:tavLst>
                                    </p:anim>
                                    <p:anim calcmode="lin" valueType="num">
                                      <p:cBhvr additive="base">
                                        <p:cTn id="138" dur="500" fill="hold"/>
                                        <p:tgtEl>
                                          <p:spTgt spid="1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4" grpId="1"/>
      <p:bldP spid="68" grpId="1"/>
      <p:bldP spid="9" grpId="1"/>
      <p:bldP spid="10" grpId="1"/>
      <p:bldP spid="63" grpId="1"/>
      <p:bldP spid="69" grpId="1"/>
      <p:bldP spid="70" grpId="1"/>
      <p:bldP spid="71" grpId="1"/>
      <p:bldP spid="72" grpId="1"/>
      <p:bldP spid="73" grpId="1"/>
      <p:bldP spid="76" grpId="1"/>
      <p:bldP spid="77" grpId="1"/>
      <p:bldP spid="78" grpId="1"/>
      <p:bldP spid="79" grpId="0" bldLvl="0" animBg="1"/>
      <p:bldP spid="79" grpId="1" animBg="1"/>
      <p:bldP spid="79" grpId="2" bldLvl="0" animBg="1"/>
      <p:bldP spid="80" grpId="0" bldLvl="0" animBg="1"/>
      <p:bldP spid="80" grpId="1" animBg="1"/>
      <p:bldP spid="81" grpId="0" bldLvl="0" animBg="1"/>
      <p:bldP spid="81" grpId="1" animBg="1"/>
      <p:bldP spid="81" grpId="2" bldLvl="0" animBg="1"/>
      <p:bldP spid="66" grpId="0" animBg="1"/>
      <p:bldP spid="66" grpId="1" animBg="1"/>
      <p:bldP spid="82" grpId="0"/>
      <p:bldP spid="82" grpId="1"/>
      <p:bldP spid="83" grpId="0"/>
      <p:bldP spid="84" grpId="0"/>
      <p:bldP spid="85" grpId="0"/>
      <p:bldP spid="86" grpId="0"/>
      <p:bldP spid="89" grpId="0"/>
      <p:bldP spid="90" grpId="0"/>
      <p:bldP spid="91" grpId="0"/>
      <p:bldP spid="92" grpId="0"/>
      <p:bldP spid="102" grpId="0"/>
      <p:bldP spid="115" grpId="0"/>
      <p:bldP spid="140" grpId="0"/>
      <p:bldP spid="141" grpId="0"/>
      <p:bldP spid="144" grpId="0"/>
      <p:bldP spid="145" grpId="0"/>
      <p:bldP spid="83" grpId="1"/>
      <p:bldP spid="84" grpId="1"/>
      <p:bldP spid="85" grpId="1"/>
      <p:bldP spid="86" grpId="1"/>
      <p:bldP spid="89" grpId="1"/>
      <p:bldP spid="90" grpId="1"/>
      <p:bldP spid="91" grpId="1"/>
      <p:bldP spid="92" grpId="1"/>
      <p:bldP spid="102" grpId="1"/>
      <p:bldP spid="115" grpId="1"/>
      <p:bldP spid="140" grpId="1"/>
      <p:bldP spid="141" grpId="1"/>
      <p:bldP spid="144" grpId="1"/>
      <p:bldP spid="145" grpId="1"/>
      <p:bldP spid="146" grpId="0"/>
      <p:bldP spid="147" grpId="0"/>
      <p:bldP spid="148" grpId="0"/>
      <p:bldP spid="149" grpId="0"/>
      <p:bldP spid="150" grpId="0"/>
      <p:bldP spid="151" grpId="0"/>
      <p:bldP spid="152" grpId="0"/>
      <p:bldP spid="153" grpId="0"/>
      <p:bldP spid="154" grpId="0"/>
      <p:bldP spid="155" grpId="0"/>
      <p:bldP spid="156" grpId="0"/>
      <p:bldP spid="146" grpId="1"/>
      <p:bldP spid="147" grpId="1"/>
      <p:bldP spid="148" grpId="1"/>
      <p:bldP spid="149" grpId="1"/>
      <p:bldP spid="150" grpId="1"/>
      <p:bldP spid="151" grpId="1"/>
      <p:bldP spid="152" grpId="1"/>
      <p:bldP spid="153" grpId="1"/>
      <p:bldP spid="154" grpId="1"/>
      <p:bldP spid="155" grpId="1"/>
      <p:bldP spid="156" grpId="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8" name="文本框 7"/>
          <p:cNvSpPr txBox="1"/>
          <p:nvPr/>
        </p:nvSpPr>
        <p:spPr>
          <a:xfrm>
            <a:off x="179070" y="764540"/>
            <a:ext cx="2254250" cy="368300"/>
          </a:xfrm>
          <a:prstGeom prst="rect">
            <a:avLst/>
          </a:prstGeom>
          <a:noFill/>
        </p:spPr>
        <p:txBody>
          <a:bodyPr wrap="square" rtlCol="0">
            <a:spAutoFit/>
          </a:bodyPr>
          <a:p>
            <a:r>
              <a:rPr lang="zh-CN" altLang="en-US"/>
              <a:t>确定状态转移</a:t>
            </a:r>
            <a:r>
              <a:rPr lang="zh-CN" altLang="en-US"/>
              <a:t>方程</a:t>
            </a:r>
            <a:endParaRPr lang="zh-CN" altLang="en-US"/>
          </a:p>
        </p:txBody>
      </p:sp>
      <p:sp>
        <p:nvSpPr>
          <p:cNvPr id="12" name="文本框 11"/>
          <p:cNvSpPr txBox="1"/>
          <p:nvPr/>
        </p:nvSpPr>
        <p:spPr>
          <a:xfrm>
            <a:off x="2610485" y="1484630"/>
            <a:ext cx="3404235" cy="499745"/>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当前物品</a:t>
            </a:r>
            <a:r>
              <a:rPr lang="en-US" altLang="zh-CN">
                <a:solidFill>
                  <a:schemeClr val="tx1"/>
                </a:solidFill>
                <a:uFillTx/>
                <a:latin typeface="Times New Roman" panose="02020603050405020304" pitchFamily="18" charset="0"/>
              </a:rPr>
              <a:t>i</a:t>
            </a:r>
            <a:r>
              <a:rPr lang="zh-CN" altLang="en-US">
                <a:solidFill>
                  <a:schemeClr val="tx1"/>
                </a:solidFill>
                <a:uFillTx/>
                <a:latin typeface="Times New Roman" panose="02020603050405020304" pitchFamily="18" charset="0"/>
              </a:rPr>
              <a:t>能不能放入背包？</a:t>
            </a:r>
            <a:endParaRPr lang="zh-CN" altLang="en-US">
              <a:solidFill>
                <a:schemeClr val="tx1"/>
              </a:solidFill>
              <a:uFillTx/>
              <a:latin typeface="Times New Roman" panose="02020603050405020304" pitchFamily="18" charset="0"/>
            </a:endParaRPr>
          </a:p>
        </p:txBody>
      </p:sp>
      <p:cxnSp>
        <p:nvCxnSpPr>
          <p:cNvPr id="65" name="直接箭头连接符 64"/>
          <p:cNvCxnSpPr/>
          <p:nvPr/>
        </p:nvCxnSpPr>
        <p:spPr>
          <a:xfrm>
            <a:off x="4165600" y="1823720"/>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67" name="直接箭头连接符 66"/>
          <p:cNvCxnSpPr/>
          <p:nvPr/>
        </p:nvCxnSpPr>
        <p:spPr>
          <a:xfrm flipH="1">
            <a:off x="3572510" y="1835785"/>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4" name="文本框 93"/>
          <p:cNvSpPr txBox="1"/>
          <p:nvPr/>
        </p:nvSpPr>
        <p:spPr>
          <a:xfrm>
            <a:off x="2258695" y="2529205"/>
            <a:ext cx="1877695" cy="92075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若放不下该物品，则该位置的价值</a:t>
            </a:r>
            <a:r>
              <a:rPr lang="en-US" altLang="zh-CN">
                <a:solidFill>
                  <a:schemeClr val="tx1"/>
                </a:solidFill>
                <a:uFillTx/>
                <a:latin typeface="Times New Roman" panose="02020603050405020304" pitchFamily="18" charset="0"/>
              </a:rPr>
              <a:t>dp[i-1][j]</a:t>
            </a:r>
            <a:endParaRPr lang="en-US" altLang="zh-CN">
              <a:solidFill>
                <a:schemeClr val="tx1"/>
              </a:solidFill>
              <a:uFillTx/>
              <a:latin typeface="Times New Roman" panose="02020603050405020304" pitchFamily="18" charset="0"/>
            </a:endParaRPr>
          </a:p>
        </p:txBody>
      </p:sp>
      <p:sp>
        <p:nvSpPr>
          <p:cNvPr id="95" name="文本框 94"/>
          <p:cNvSpPr txBox="1"/>
          <p:nvPr/>
        </p:nvSpPr>
        <p:spPr>
          <a:xfrm>
            <a:off x="4410710" y="2529205"/>
            <a:ext cx="1884045" cy="922020"/>
          </a:xfrm>
          <a:prstGeom prst="rect">
            <a:avLst/>
          </a:prstGeom>
          <a:noFill/>
        </p:spPr>
        <p:txBody>
          <a:bodyPr wrap="square" rtlCol="0">
            <a:spAutoFit/>
          </a:bodyPr>
          <a:p>
            <a:r>
              <a:rPr lang="zh-CN" altLang="en-US"/>
              <a:t>若放得下该物品，可以考虑</a:t>
            </a:r>
            <a:r>
              <a:rPr lang="zh-CN" altLang="en-US"/>
              <a:t>选与不选</a:t>
            </a:r>
            <a:endParaRPr lang="zh-CN" altLang="en-US"/>
          </a:p>
        </p:txBody>
      </p:sp>
      <p:cxnSp>
        <p:nvCxnSpPr>
          <p:cNvPr id="96" name="直接箭头连接符 95"/>
          <p:cNvCxnSpPr/>
          <p:nvPr/>
        </p:nvCxnSpPr>
        <p:spPr>
          <a:xfrm>
            <a:off x="5274945" y="3354705"/>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97" name="直接箭头连接符 96"/>
          <p:cNvCxnSpPr/>
          <p:nvPr/>
        </p:nvCxnSpPr>
        <p:spPr>
          <a:xfrm flipH="1">
            <a:off x="4681855" y="3366770"/>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8" name="文本框 97"/>
          <p:cNvSpPr txBox="1"/>
          <p:nvPr/>
        </p:nvSpPr>
        <p:spPr>
          <a:xfrm>
            <a:off x="3763010" y="4088765"/>
            <a:ext cx="1429385" cy="357505"/>
          </a:xfrm>
          <a:prstGeom prst="rect">
            <a:avLst/>
          </a:prstGeom>
          <a:noFill/>
        </p:spPr>
        <p:txBody>
          <a:bodyPr wrap="square" rtlCol="0" anchor="t">
            <a:noAutofit/>
          </a:bodyPr>
          <a:p>
            <a:r>
              <a:rPr lang="zh-CN" altLang="en-US">
                <a:uFillTx/>
                <a:latin typeface="Times New Roman" panose="02020603050405020304" pitchFamily="18" charset="0"/>
                <a:sym typeface="+mn-ea"/>
              </a:rPr>
              <a:t>该位置的价值</a:t>
            </a:r>
            <a:r>
              <a:rPr lang="en-US" altLang="zh-CN">
                <a:uFillTx/>
                <a:latin typeface="Times New Roman" panose="02020603050405020304" pitchFamily="18" charset="0"/>
                <a:sym typeface="+mn-ea"/>
              </a:rPr>
              <a:t>dp[i-1][j]</a:t>
            </a:r>
            <a:endParaRPr lang="en-US" altLang="zh-CN">
              <a:uFillTx/>
              <a:latin typeface="Times New Roman" panose="02020603050405020304" pitchFamily="18" charset="0"/>
              <a:sym typeface="+mn-ea"/>
            </a:endParaRPr>
          </a:p>
        </p:txBody>
      </p:sp>
      <p:sp>
        <p:nvSpPr>
          <p:cNvPr id="99" name="文本框 98"/>
          <p:cNvSpPr txBox="1"/>
          <p:nvPr/>
        </p:nvSpPr>
        <p:spPr>
          <a:xfrm>
            <a:off x="4238625" y="3422650"/>
            <a:ext cx="810260" cy="300990"/>
          </a:xfrm>
          <a:prstGeom prst="rect">
            <a:avLst/>
          </a:prstGeom>
          <a:noFill/>
        </p:spPr>
        <p:txBody>
          <a:bodyPr wrap="square" rtlCol="0">
            <a:noAutofit/>
          </a:bodyPr>
          <a:p>
            <a:r>
              <a:rPr lang="zh-CN" altLang="en-US">
                <a:solidFill>
                  <a:schemeClr val="accent1"/>
                </a:solidFill>
              </a:rPr>
              <a:t>不选</a:t>
            </a:r>
            <a:endParaRPr lang="zh-CN" altLang="en-US">
              <a:solidFill>
                <a:schemeClr val="accent1"/>
              </a:solidFill>
            </a:endParaRPr>
          </a:p>
        </p:txBody>
      </p:sp>
      <p:sp>
        <p:nvSpPr>
          <p:cNvPr id="103" name="文本框 102"/>
          <p:cNvSpPr txBox="1"/>
          <p:nvPr/>
        </p:nvSpPr>
        <p:spPr>
          <a:xfrm>
            <a:off x="5661660" y="3422650"/>
            <a:ext cx="810260" cy="300990"/>
          </a:xfrm>
          <a:prstGeom prst="rect">
            <a:avLst/>
          </a:prstGeom>
          <a:noFill/>
        </p:spPr>
        <p:txBody>
          <a:bodyPr wrap="square" rtlCol="0">
            <a:noAutofit/>
          </a:bodyPr>
          <a:p>
            <a:r>
              <a:rPr lang="zh-CN" altLang="en-US">
                <a:solidFill>
                  <a:schemeClr val="accent1"/>
                </a:solidFill>
              </a:rPr>
              <a:t>选</a:t>
            </a:r>
            <a:endParaRPr lang="zh-CN" altLang="en-US">
              <a:solidFill>
                <a:schemeClr val="accent1"/>
              </a:solidFill>
            </a:endParaRPr>
          </a:p>
        </p:txBody>
      </p:sp>
      <p:sp>
        <p:nvSpPr>
          <p:cNvPr id="104" name="文本框 103"/>
          <p:cNvSpPr txBox="1"/>
          <p:nvPr/>
        </p:nvSpPr>
        <p:spPr>
          <a:xfrm>
            <a:off x="5259070" y="4107180"/>
            <a:ext cx="2051685" cy="1047750"/>
          </a:xfrm>
          <a:prstGeom prst="rect">
            <a:avLst/>
          </a:prstGeom>
          <a:noFill/>
        </p:spPr>
        <p:txBody>
          <a:bodyPr wrap="square" rtlCol="0" anchor="t">
            <a:noAutofit/>
          </a:bodyPr>
          <a:p>
            <a:r>
              <a:rPr lang="zh-CN" altLang="en-US">
                <a:uFillTx/>
                <a:latin typeface="Times New Roman" panose="02020603050405020304" pitchFamily="18" charset="0"/>
                <a:sym typeface="+mn-ea"/>
              </a:rPr>
              <a:t>加上该物品</a:t>
            </a:r>
            <a:r>
              <a:rPr lang="en-US" altLang="zh-CN">
                <a:uFillTx/>
                <a:latin typeface="Times New Roman" panose="02020603050405020304" pitchFamily="18" charset="0"/>
                <a:sym typeface="+mn-ea"/>
              </a:rPr>
              <a:t>i</a:t>
            </a:r>
            <a:r>
              <a:rPr lang="zh-CN" altLang="en-US">
                <a:uFillTx/>
                <a:latin typeface="Times New Roman" panose="02020603050405020304" pitchFamily="18" charset="0"/>
                <a:sym typeface="+mn-ea"/>
              </a:rPr>
              <a:t>价值，剩下空间为</a:t>
            </a:r>
            <a:r>
              <a:rPr lang="en-US" altLang="zh-CN">
                <a:uFillTx/>
                <a:latin typeface="Times New Roman" panose="02020603050405020304" pitchFamily="18" charset="0"/>
                <a:sym typeface="+mn-ea"/>
              </a:rPr>
              <a:t>j-w[i]</a:t>
            </a:r>
            <a:r>
              <a:rPr lang="zh-CN" altLang="en-US">
                <a:uFillTx/>
                <a:latin typeface="Times New Roman" panose="02020603050405020304" pitchFamily="18" charset="0"/>
                <a:sym typeface="+mn-ea"/>
              </a:rPr>
              <a:t>，也装上更大的价值也就是上一行</a:t>
            </a:r>
            <a:r>
              <a:rPr lang="en-US" altLang="zh-CN">
                <a:uFillTx/>
                <a:latin typeface="Times New Roman" panose="02020603050405020304" pitchFamily="18" charset="0"/>
                <a:sym typeface="+mn-ea"/>
              </a:rPr>
              <a:t>dp[i-1][j-w[i]]</a:t>
            </a:r>
            <a:r>
              <a:rPr lang="zh-CN" altLang="en-US">
                <a:uFillTx/>
                <a:latin typeface="Times New Roman" panose="02020603050405020304" pitchFamily="18" charset="0"/>
                <a:sym typeface="+mn-ea"/>
              </a:rPr>
              <a:t>。</a:t>
            </a:r>
            <a:endParaRPr lang="zh-CN" altLang="en-US">
              <a:uFillTx/>
              <a:latin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1187450" y="1484630"/>
            <a:ext cx="7355205" cy="2704465"/>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def bag0_1(wight:list,value:list,V:int)-&gt;int: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max(dp[i-1][j],dp[i-1][j-wight[i-1]]+value[i-1])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1259205" y="1116330"/>
            <a:ext cx="1577975" cy="368300"/>
          </a:xfrm>
          <a:prstGeom prst="rect">
            <a:avLst/>
          </a:prstGeom>
          <a:noFill/>
        </p:spPr>
        <p:txBody>
          <a:bodyPr wrap="square" rtlCol="0">
            <a:spAutoFit/>
          </a:bodyPr>
          <a:p>
            <a:r>
              <a:rPr lang="zh-CN" altLang="en-US"/>
              <a:t>代码</a:t>
            </a:r>
            <a:r>
              <a:rPr lang="zh-CN" altLang="en-US"/>
              <a:t>实现：</a:t>
            </a:r>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14" name="组合 13"/>
          <p:cNvGrpSpPr/>
          <p:nvPr/>
        </p:nvGrpSpPr>
        <p:grpSpPr>
          <a:xfrm>
            <a:off x="1113392" y="91506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195" y="947420"/>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6" name="文本框 15"/>
          <p:cNvSpPr txBox="1"/>
          <p:nvPr/>
        </p:nvSpPr>
        <p:spPr>
          <a:xfrm>
            <a:off x="7380312" y="139063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251386" y="2085776"/>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这个转移方程很啰嗦</a:t>
            </a:r>
            <a:r>
              <a:rPr kumimoji="1" lang="en-US" altLang="zh-CN" sz="2200">
                <a:solidFill>
                  <a:srgbClr val="080808"/>
                </a:solidFill>
                <a:uFillTx/>
                <a:latin typeface="Times New Roman" panose="02020603050405020304" pitchFamily="18" charset="0"/>
              </a:rPr>
              <a:t>?</a:t>
            </a:r>
            <a:r>
              <a:rPr kumimoji="1" lang="zh-CN" altLang="en-US" sz="2200">
                <a:solidFill>
                  <a:srgbClr val="080808"/>
                </a:solidFill>
                <a:uFillTx/>
                <a:latin typeface="Times New Roman" panose="02020603050405020304" pitchFamily="18" charset="0"/>
              </a:rPr>
              <a:t>能否精简该状态转移方程</a:t>
            </a:r>
            <a:r>
              <a:rPr kumimoji="1" lang="zh-CN" altLang="en-US" sz="2200">
                <a:solidFill>
                  <a:srgbClr val="080808"/>
                </a:solidFill>
                <a:uFillTx/>
                <a:latin typeface="Times New Roman" panose="02020603050405020304" pitchFamily="18" charset="0"/>
              </a:rPr>
              <a:t>呢？</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395605" y="2708910"/>
            <a:ext cx="7833995" cy="51308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  dp[i][j] = max(max(dp[i-1][j-k*w[i]]+k*c[i]),dp[i-1][j])     1&lt;=k&lt;=</a:t>
            </a:r>
            <a:r>
              <a:rPr lang="en-US" altLang="zh-CN">
                <a:latin typeface="Times New Roman" panose="02020603050405020304" pitchFamily="18" charset="0"/>
                <a:cs typeface="Times New Roman" panose="02020603050405020304" pitchFamily="18" charset="0"/>
              </a:rPr>
              <a:t>j/w[i]</a:t>
            </a:r>
            <a:endParaRPr lang="en-US" altLang="zh-CN">
              <a:latin typeface="Times New Roman" panose="02020603050405020304" pitchFamily="18" charset="0"/>
              <a:cs typeface="Times New Roman" panose="02020603050405020304" pitchFamily="18" charset="0"/>
            </a:endParaRPr>
          </a:p>
        </p:txBody>
      </p:sp>
      <p:sp>
        <p:nvSpPr>
          <p:cNvPr id="3" name="文本框 2"/>
          <p:cNvSpPr txBox="1"/>
          <p:nvPr/>
        </p:nvSpPr>
        <p:spPr>
          <a:xfrm>
            <a:off x="485140" y="4725035"/>
            <a:ext cx="8407400" cy="772795"/>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(3)  dp[i][j] = max(dp[i-1][</a:t>
            </a:r>
            <a:r>
              <a:rPr lang="en-US" altLang="zh-CN">
                <a:solidFill>
                  <a:schemeClr val="tx1"/>
                </a:solidFill>
                <a:latin typeface="Times New Roman" panose="02020603050405020304" pitchFamily="18" charset="0"/>
                <a:cs typeface="Times New Roman" panose="02020603050405020304" pitchFamily="18" charset="0"/>
              </a:rPr>
              <a:t>j</a:t>
            </a:r>
            <a:r>
              <a:rPr lang="en-US" altLang="zh-CN">
                <a:latin typeface="Times New Roman" panose="02020603050405020304" pitchFamily="18" charset="0"/>
                <a:cs typeface="Times New Roman" panose="02020603050405020304" pitchFamily="18" charset="0"/>
              </a:rPr>
              <a:t>-k*w[i]]+k*c[i])    0&lt;=k&lt;=</a:t>
            </a:r>
            <a:r>
              <a:rPr lang="en-US" altLang="zh-CN">
                <a:latin typeface="Times New Roman" panose="02020603050405020304" pitchFamily="18" charset="0"/>
                <a:cs typeface="Times New Roman" panose="02020603050405020304" pitchFamily="18" charset="0"/>
              </a:rPr>
              <a:t>j/w[i]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j = j-w[i]</a:t>
            </a:r>
            <a:r>
              <a:rPr lang="zh-CN" altLang="en-US">
                <a:latin typeface="Times New Roman" panose="02020603050405020304" pitchFamily="18" charset="0"/>
                <a:cs typeface="Times New Roman" panose="02020603050405020304" pitchFamily="18" charset="0"/>
              </a:rPr>
              <a:t>带入该</a:t>
            </a:r>
            <a:r>
              <a:rPr lang="zh-CN" altLang="en-US">
                <a:latin typeface="Times New Roman" panose="02020603050405020304" pitchFamily="18" charset="0"/>
                <a:cs typeface="Times New Roman" panose="02020603050405020304" pitchFamily="18" charset="0"/>
              </a:rPr>
              <a:t>方程</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dp[i][j-w[i]] = max(dp[i-1][j-w[i]-k*w[i]]+k*c[i]) 0&lt;=k&lt;=j/w[i]-1</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467360" y="3629660"/>
            <a:ext cx="8407400" cy="772795"/>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(2)  dp[i][j] = max(max(dp[i-1][</a:t>
            </a:r>
            <a:r>
              <a:rPr lang="en-US" altLang="zh-CN">
                <a:solidFill>
                  <a:srgbClr val="FF0000"/>
                </a:solidFill>
                <a:latin typeface="Times New Roman" panose="02020603050405020304" pitchFamily="18" charset="0"/>
                <a:cs typeface="Times New Roman" panose="02020603050405020304" pitchFamily="18" charset="0"/>
              </a:rPr>
              <a:t>j-w[i]</a:t>
            </a:r>
            <a:r>
              <a:rPr lang="en-US" altLang="zh-CN">
                <a:latin typeface="Times New Roman" panose="02020603050405020304" pitchFamily="18" charset="0"/>
                <a:cs typeface="Times New Roman" panose="02020603050405020304" pitchFamily="18" charset="0"/>
              </a:rPr>
              <a:t>-k*w[i]]+k*c[i]),dp[i-1][j])     0&lt;=k&lt;=</a:t>
            </a:r>
            <a:r>
              <a:rPr lang="en-US" altLang="zh-CN">
                <a:latin typeface="Times New Roman" panose="02020603050405020304" pitchFamily="18" charset="0"/>
                <a:cs typeface="Times New Roman" panose="02020603050405020304" pitchFamily="18" charset="0"/>
              </a:rPr>
              <a:t>j/w[i]-1</a:t>
            </a:r>
            <a:endParaRPr lang="en-US" altLang="zh-CN">
              <a:latin typeface="Times New Roman" panose="02020603050405020304" pitchFamily="18" charset="0"/>
              <a:cs typeface="Times New Roman" panose="02020603050405020304" pitchFamily="18" charset="0"/>
            </a:endParaRPr>
          </a:p>
        </p:txBody>
      </p:sp>
      <p:sp>
        <p:nvSpPr>
          <p:cNvPr id="7" name="左弧形箭头 6"/>
          <p:cNvSpPr/>
          <p:nvPr/>
        </p:nvSpPr>
        <p:spPr>
          <a:xfrm flipV="1">
            <a:off x="179070" y="4058285"/>
            <a:ext cx="339725" cy="1723390"/>
          </a:xfrm>
          <a:prstGeom prst="curvedRigh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右弧形箭头 7"/>
          <p:cNvSpPr/>
          <p:nvPr/>
        </p:nvSpPr>
        <p:spPr>
          <a:xfrm>
            <a:off x="6515735" y="4149090"/>
            <a:ext cx="431800" cy="2183130"/>
          </a:xfrm>
          <a:prstGeom prst="curvedLef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文本框 8"/>
          <p:cNvSpPr txBox="1"/>
          <p:nvPr/>
        </p:nvSpPr>
        <p:spPr>
          <a:xfrm>
            <a:off x="1403350" y="6271895"/>
            <a:ext cx="6810375" cy="535305"/>
          </a:xfrm>
          <a:prstGeom prst="rect">
            <a:avLst/>
          </a:prstGeom>
          <a:noFill/>
        </p:spPr>
        <p:txBody>
          <a:bodyPr wrap="square" rtlCol="0" anchor="t">
            <a:noAutofit/>
          </a:bodyPr>
          <a:p>
            <a:r>
              <a:rPr lang="en-US" altLang="zh-CN">
                <a:solidFill>
                  <a:srgbClr val="FF0000"/>
                </a:solidFill>
                <a:latin typeface="Times New Roman" panose="02020603050405020304" pitchFamily="18" charset="0"/>
                <a:cs typeface="Times New Roman" panose="02020603050405020304" pitchFamily="18" charset="0"/>
                <a:sym typeface="+mn-ea"/>
              </a:rPr>
              <a:t>dp[i][j] = max(dp[i][j-w[i]],dp[i-1][j])     0&lt;=k&lt;=j/w[i]-1</a:t>
            </a:r>
            <a:endParaRPr lang="en-US" altLang="zh-C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323215" y="908685"/>
            <a:ext cx="4474845" cy="368300"/>
          </a:xfrm>
          <a:prstGeom prst="rect">
            <a:avLst/>
          </a:prstGeom>
          <a:noFill/>
        </p:spPr>
        <p:txBody>
          <a:bodyPr wrap="square" rtlCol="0">
            <a:spAutoFit/>
          </a:bodyPr>
          <a:p>
            <a:r>
              <a:rPr lang="zh-CN" altLang="en-US"/>
              <a:t>体会动态规划解题的边界</a:t>
            </a:r>
            <a:r>
              <a:rPr lang="zh-CN" altLang="en-US"/>
              <a:t>问题？</a:t>
            </a:r>
            <a:endParaRPr lang="zh-CN" altLang="en-US"/>
          </a:p>
        </p:txBody>
      </p:sp>
      <p:sp>
        <p:nvSpPr>
          <p:cNvPr id="3" name="文本框 2"/>
          <p:cNvSpPr txBox="1"/>
          <p:nvPr/>
        </p:nvSpPr>
        <p:spPr>
          <a:xfrm>
            <a:off x="450215" y="1412240"/>
            <a:ext cx="7813040" cy="136144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继续思考币种问题：给你一个整数数组</a:t>
            </a:r>
            <a:r>
              <a:rPr lang="en-US" altLang="zh-CN">
                <a:solidFill>
                  <a:schemeClr val="tx1"/>
                </a:solidFill>
                <a:uFillTx/>
                <a:latin typeface="Times New Roman" panose="02020603050405020304" pitchFamily="18" charset="0"/>
              </a:rPr>
              <a:t> coins </a:t>
            </a:r>
            <a:r>
              <a:rPr lang="zh-CN" altLang="en-US">
                <a:solidFill>
                  <a:schemeClr val="tx1"/>
                </a:solidFill>
                <a:uFillTx/>
                <a:latin typeface="Times New Roman" panose="02020603050405020304" pitchFamily="18" charset="0"/>
              </a:rPr>
              <a:t>，表示不同面额的硬币；以及一个整数</a:t>
            </a:r>
            <a:r>
              <a:rPr lang="en-US" altLang="zh-CN">
                <a:solidFill>
                  <a:schemeClr val="tx1"/>
                </a:solidFill>
                <a:uFillTx/>
                <a:latin typeface="Times New Roman" panose="02020603050405020304" pitchFamily="18" charset="0"/>
              </a:rPr>
              <a:t> amount </a:t>
            </a:r>
            <a:r>
              <a:rPr lang="zh-CN" altLang="en-US">
                <a:solidFill>
                  <a:schemeClr val="tx1"/>
                </a:solidFill>
                <a:uFillTx/>
                <a:latin typeface="Times New Roman" panose="02020603050405020304" pitchFamily="18" charset="0"/>
              </a:rPr>
              <a:t>，表示总金额。计算并返回可以凑成总金额所需的</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最少的硬币个数</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。如果没有任何一种硬币组合能组成总金额，返回</a:t>
            </a:r>
            <a:r>
              <a:rPr lang="en-US" altLang="zh-CN">
                <a:solidFill>
                  <a:schemeClr val="tx1"/>
                </a:solidFill>
                <a:uFillTx/>
                <a:latin typeface="Times New Roman" panose="02020603050405020304" pitchFamily="18" charset="0"/>
              </a:rPr>
              <a:t> -1 </a:t>
            </a:r>
            <a:r>
              <a:rPr lang="zh-CN" altLang="en-US">
                <a:solidFill>
                  <a:schemeClr val="tx1"/>
                </a:solidFill>
                <a:uFillTx/>
                <a:latin typeface="Times New Roman" panose="02020603050405020304" pitchFamily="18" charset="0"/>
              </a:rPr>
              <a:t>。你可以认为每种硬币的数量是无限的。例如：</a:t>
            </a:r>
            <a:r>
              <a:rPr lang="en-US" altLang="zh-CN">
                <a:solidFill>
                  <a:schemeClr val="tx1"/>
                </a:solidFill>
                <a:uFillTx/>
                <a:latin typeface="Times New Roman" panose="02020603050405020304" pitchFamily="18" charset="0"/>
              </a:rPr>
              <a:t>coins=[1,2,5]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amount=11</a:t>
            </a:r>
            <a:r>
              <a:rPr lang="zh-CN" altLang="en-US">
                <a:solidFill>
                  <a:schemeClr val="tx1"/>
                </a:solidFill>
                <a:uFillTx/>
                <a:latin typeface="Times New Roman" panose="02020603050405020304" pitchFamily="18" charset="0"/>
              </a:rPr>
              <a:t>。</a:t>
            </a:r>
            <a:endParaRPr lang="zh-CN" altLang="en-US">
              <a:solidFill>
                <a:schemeClr val="tx1"/>
              </a:solidFill>
              <a:uFillTx/>
              <a:latin typeface="Times New Roman" panose="02020603050405020304" pitchFamily="18" charset="0"/>
            </a:endParaRPr>
          </a:p>
        </p:txBody>
      </p:sp>
      <p:graphicFrame>
        <p:nvGraphicFramePr>
          <p:cNvPr id="5" name="表格 4"/>
          <p:cNvGraphicFramePr/>
          <p:nvPr/>
        </p:nvGraphicFramePr>
        <p:xfrm>
          <a:off x="1259205" y="3140710"/>
          <a:ext cx="6393180" cy="1905000"/>
        </p:xfrm>
        <a:graphic>
          <a:graphicData uri="http://schemas.openxmlformats.org/drawingml/2006/table">
            <a:tbl>
              <a:tblPr firstRow="1" bandRow="1">
                <a:tableStyleId>{5C22544A-7EE6-4342-B048-85BDC9FD1C3A}</a:tableStyleId>
              </a:tblPr>
              <a:tblGrid>
                <a:gridCol w="491783"/>
                <a:gridCol w="491783"/>
                <a:gridCol w="491783"/>
                <a:gridCol w="491783"/>
                <a:gridCol w="491783"/>
                <a:gridCol w="491783"/>
                <a:gridCol w="491784"/>
                <a:gridCol w="491783"/>
                <a:gridCol w="491783"/>
                <a:gridCol w="491783"/>
                <a:gridCol w="491783"/>
                <a:gridCol w="491783"/>
                <a:gridCol w="491783"/>
              </a:tblGrid>
              <a:tr h="381000">
                <a:tc>
                  <a:txBody>
                    <a:bodyPr/>
                    <a:p>
                      <a:pPr>
                        <a:buNone/>
                      </a:pPr>
                      <a:endParaRPr lang="en-US" altLang="zh-CN" b="0">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0</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1</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2</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3</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4</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5</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6</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7</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8</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9</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10</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latin typeface="Times New Roman" panose="02020603050405020304" pitchFamily="18" charset="0"/>
                          <a:cs typeface="Times New Roman" panose="02020603050405020304" pitchFamily="18" charset="0"/>
                        </a:rPr>
                        <a:t>11</a:t>
                      </a:r>
                      <a:endParaRPr lang="en-US" altLang="zh-CN">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81000">
                <a:tc>
                  <a:txBody>
                    <a:bodyPr/>
                    <a:p>
                      <a:pPr>
                        <a:buNone/>
                      </a:pPr>
                      <a:r>
                        <a:rPr lang="en-US" altLang="zh-CN" b="0">
                          <a:solidFill>
                            <a:schemeClr val="tx1"/>
                          </a:solidFill>
                          <a:latin typeface="Times New Roman" panose="02020603050405020304" pitchFamily="18" charset="0"/>
                          <a:cs typeface="Times New Roman" panose="02020603050405020304" pitchFamily="18" charset="0"/>
                        </a:rPr>
                        <a:t>0</a:t>
                      </a:r>
                      <a:endParaRPr lang="en-US" altLang="zh-CN" b="0">
                        <a:solidFill>
                          <a:schemeClr val="tx1"/>
                        </a:solidFill>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r>
              <a:tr h="381000">
                <a:tc>
                  <a:txBody>
                    <a:bodyPr/>
                    <a:p>
                      <a:pPr>
                        <a:buNone/>
                      </a:pPr>
                      <a:r>
                        <a:rPr lang="en-US" altLang="zh-CN">
                          <a:latin typeface="Times New Roman" panose="02020603050405020304" pitchFamily="18" charset="0"/>
                          <a:cs typeface="Times New Roman" panose="02020603050405020304" pitchFamily="18" charset="0"/>
                        </a:rPr>
                        <a:t>1</a:t>
                      </a:r>
                      <a:endParaRPr lang="en-US" altLang="zh-CN">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81000">
                <a:tc>
                  <a:txBody>
                    <a:bodyPr/>
                    <a:p>
                      <a:pPr>
                        <a:buNone/>
                      </a:pPr>
                      <a:r>
                        <a:rPr lang="en-US" altLang="zh-CN">
                          <a:latin typeface="Times New Roman" panose="02020603050405020304" pitchFamily="18" charset="0"/>
                          <a:cs typeface="Times New Roman" panose="02020603050405020304" pitchFamily="18" charset="0"/>
                        </a:rPr>
                        <a:t>2</a:t>
                      </a:r>
                      <a:endParaRPr lang="en-US" altLang="zh-CN">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81000">
                <a:tc>
                  <a:txBody>
                    <a:bodyPr/>
                    <a:p>
                      <a:pPr>
                        <a:buNone/>
                      </a:pPr>
                      <a:r>
                        <a:rPr lang="en-US" altLang="zh-CN">
                          <a:latin typeface="Times New Roman" panose="02020603050405020304" pitchFamily="18" charset="0"/>
                          <a:cs typeface="Times New Roman" panose="02020603050405020304" pitchFamily="18" charset="0"/>
                        </a:rPr>
                        <a:t>5</a:t>
                      </a:r>
                      <a:endParaRPr lang="en-US" altLang="zh-CN">
                        <a:latin typeface="Times New Roman" panose="02020603050405020304" pitchFamily="18" charset="0"/>
                        <a:cs typeface="Times New Roman" panose="02020603050405020304" pitchFamily="18" charset="0"/>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solidFill>
                      <a:srgbClr val="FFFF00"/>
                    </a:solid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latin typeface="Times New Roman" panose="02020603050405020304" pitchFamily="18" charset="0"/>
                <a:ea typeface="楷体" panose="02010609060101010101" pitchFamily="49" charset="-122"/>
              </a:rPr>
              <a:t>多重背包问题：有</a:t>
            </a:r>
            <a:r>
              <a:rPr lang="en-US" altLang="zh-CN" sz="2200">
                <a:solidFill>
                  <a:srgbClr val="080808"/>
                </a:solidFill>
                <a:latin typeface="Times New Roman" panose="02020603050405020304" pitchFamily="18" charset="0"/>
                <a:ea typeface="楷体" panose="02010609060101010101" pitchFamily="49" charset="-122"/>
              </a:rPr>
              <a:t>n</a:t>
            </a:r>
            <a:r>
              <a:rPr lang="zh-CN" altLang="en-US" sz="220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a:solidFill>
                  <a:srgbClr val="080808"/>
                </a:solidFill>
                <a:latin typeface="Times New Roman" panose="02020603050405020304" pitchFamily="18" charset="0"/>
                <a:ea typeface="楷体" panose="02010609060101010101" pitchFamily="49" charset="-122"/>
              </a:rPr>
              <a:t>S[i]={1,2,3,4}</a:t>
            </a:r>
            <a:r>
              <a:rPr lang="zh-CN" altLang="en-US" sz="2200">
                <a:solidFill>
                  <a:srgbClr val="080808"/>
                </a:solidFill>
                <a:latin typeface="Times New Roman" panose="02020603050405020304" pitchFamily="18" charset="0"/>
                <a:ea typeface="楷体" panose="02010609060101010101" pitchFamily="49" charset="-122"/>
              </a:rPr>
              <a:t>，背包称重</a:t>
            </a:r>
            <a:r>
              <a:rPr lang="en-US" altLang="zh-CN" sz="2200" dirty="0">
                <a:solidFill>
                  <a:srgbClr val="080808"/>
                </a:solidFill>
                <a:latin typeface="Times New Roman" panose="02020603050405020304" pitchFamily="18" charset="0"/>
                <a:ea typeface="楷体" panose="02010609060101010101" pitchFamily="49" charset="-122"/>
              </a:rPr>
              <a:t>M = 10kg,</a:t>
            </a:r>
            <a:r>
              <a:rPr lang="zh-CN" altLang="en-US" sz="220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{2,3,4,7},</a:t>
            </a:r>
            <a:r>
              <a:rPr lang="zh-CN" altLang="en-US" sz="2200">
                <a:solidFill>
                  <a:srgbClr val="080808"/>
                </a:solidFill>
                <a:latin typeface="Times New Roman" panose="02020603050405020304" pitchFamily="18" charset="0"/>
                <a:ea typeface="楷体" panose="02010609060101010101" pitchFamily="49" charset="-122"/>
              </a:rPr>
              <a:t>价值为</a:t>
            </a:r>
            <a:r>
              <a:rPr lang="en-US" altLang="zh-CN" sz="2200" dirty="0">
                <a:solidFill>
                  <a:srgbClr val="080808"/>
                </a:solidFill>
                <a:latin typeface="Times New Roman" panose="02020603050405020304" pitchFamily="18" charset="0"/>
                <a:ea typeface="楷体" panose="02010609060101010101" pitchFamily="49" charset="-122"/>
              </a:rPr>
              <a:t>C</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{1,3,5,9},</a:t>
            </a:r>
            <a:r>
              <a:rPr lang="zh-CN" altLang="en-US" sz="220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S[i]&gt;=j/w[i]</a:t>
            </a:r>
            <a:r>
              <a:rPr lang="zh-CN" altLang="en-US">
                <a:latin typeface="Times New Roman" panose="02020603050405020304" pitchFamily="18" charset="0"/>
                <a:cs typeface="Times New Roman" panose="02020603050405020304" pitchFamily="18" charset="0"/>
              </a:rPr>
              <a:t>时候就是完全背包问题，当</a:t>
            </a:r>
            <a:r>
              <a:rPr lang="en-US" altLang="zh-CN">
                <a:latin typeface="Times New Roman" panose="02020603050405020304" pitchFamily="18" charset="0"/>
                <a:cs typeface="Times New Roman" panose="02020603050405020304" pitchFamily="18" charset="0"/>
              </a:rPr>
              <a:t>s[i]&lt;j/w[i]</a:t>
            </a:r>
            <a:r>
              <a:rPr lang="zh-CN" altLang="en-US">
                <a:latin typeface="Times New Roman" panose="02020603050405020304" pitchFamily="18" charset="0"/>
                <a:cs typeface="Times New Roman" panose="02020603050405020304" pitchFamily="18" charset="0"/>
              </a:rPr>
              <a:t>时就后续的更新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的范围就是</a:t>
            </a:r>
            <a:r>
              <a:rPr lang="en-US" altLang="zh-CN">
                <a:latin typeface="Times New Roman" panose="02020603050405020304" pitchFamily="18" charset="0"/>
                <a:cs typeface="Times New Roman" panose="02020603050405020304" pitchFamily="18" charset="0"/>
              </a:rPr>
              <a:t>1&lt;=k&lt;=s[i]</a:t>
            </a:r>
            <a:r>
              <a:rPr lang="zh-CN" altLang="en-US">
                <a:latin typeface="Times New Roman" panose="02020603050405020304" pitchFamily="18" charset="0"/>
                <a:cs typeface="Times New Roman" panose="02020603050405020304" pitchFamily="18" charset="0"/>
              </a:rPr>
              <a:t>去更新状态表。</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：将完全背包问题转换成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背包问题去解决。</a:t>
            </a:r>
            <a:endParaRPr lang="en-US" altLang="zh-CN">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11129</Words>
  <Application>WPS 演示</Application>
  <PresentationFormat>全屏显示(4:3)</PresentationFormat>
  <Paragraphs>1437</Paragraphs>
  <Slides>56</Slides>
  <Notes>14</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56</vt:i4>
      </vt:variant>
    </vt:vector>
  </HeadingPairs>
  <TitlesOfParts>
    <vt:vector size="77"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Cambria</vt:lpstr>
      <vt:lpstr>Be Happy</vt:lpstr>
      <vt:lpstr>JetBrains Mono</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420</cp:revision>
  <dcterms:created xsi:type="dcterms:W3CDTF">2010-09-23T08:30:00Z</dcterms:created>
  <dcterms:modified xsi:type="dcterms:W3CDTF">2025-11-23T17:42:35Z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