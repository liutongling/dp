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1"/>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07" r:id="rId26"/>
    <p:sldId id="310" r:id="rId27"/>
    <p:sldId id="313" r:id="rId28"/>
    <p:sldId id="311" r:id="rId29"/>
    <p:sldId id="312" r:id="rId30"/>
    <p:sldId id="314" r:id="rId31"/>
    <p:sldId id="317" r:id="rId32"/>
    <p:sldId id="318" r:id="rId33"/>
    <p:sldId id="319" r:id="rId34"/>
    <p:sldId id="320" r:id="rId35"/>
    <p:sldId id="323" r:id="rId36"/>
    <p:sldId id="321" r:id="rId37"/>
    <p:sldId id="324" r:id="rId38"/>
    <p:sldId id="329" r:id="rId39"/>
    <p:sldId id="325" r:id="rId40"/>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76" r:id="rId61"/>
    <p:sldId id="277" r:id="rId62"/>
    <p:sldId id="278" r:id="rId63"/>
    <p:sldId id="279" r:id="rId64"/>
    <p:sldId id="280" r:id="rId65"/>
    <p:sldId id="281" r:id="rId66"/>
    <p:sldId id="282" r:id="rId67"/>
    <p:sldId id="283" r:id="rId68"/>
    <p:sldId id="284" r:id="rId69"/>
    <p:sldId id="285" r:id="rId70"/>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50" userDrawn="1">
          <p15:clr>
            <a:srgbClr val="A4A3A4"/>
          </p15:clr>
        </p15:guide>
        <p15:guide id="2" pos="287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50"/>
        <p:guide pos="287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5" Type="http://schemas.openxmlformats.org/officeDocument/2006/relationships/commentAuthors" Target="commentAuthors.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2.png"/><Relationship Id="rId1" Type="http://schemas.openxmlformats.org/officeDocument/2006/relationships/image" Target="../media/image41.png"/></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2.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3.png"/><Relationship Id="rId6" Type="http://schemas.openxmlformats.org/officeDocument/2006/relationships/image" Target="../media/image5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5.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6.png"/><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6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3.png"/><Relationship Id="rId6" Type="http://schemas.openxmlformats.org/officeDocument/2006/relationships/image" Target="../media/image6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6.png"/><Relationship Id="rId1" Type="http://schemas.openxmlformats.org/officeDocument/2006/relationships/image" Target="../media/image6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4119880" y="285242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381375" y="386143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793615" y="386016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22370" y="314325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46625" y="317182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p:nvPr/>
        </p:nvCxnSpPr>
        <p:spPr>
          <a:xfrm rot="10800000" flipV="1">
            <a:off x="2773680" y="444373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74110" y="447421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5037455" y="452120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p:nvPr/>
        </p:nvCxnSpPr>
        <p:spPr>
          <a:xfrm>
            <a:off x="5116830" y="444182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48535" y="478091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36800" y="398716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16100" y="466915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11910" y="540512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14570" y="479806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10280" y="479806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5992495" y="478091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56280" y="381508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46295" y="381508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38295" y="381508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34660" y="381508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04390" y="589343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sp>
        <p:nvSpPr>
          <p:cNvPr id="6" name="文本框 5"/>
          <p:cNvSpPr txBox="1"/>
          <p:nvPr/>
        </p:nvSpPr>
        <p:spPr>
          <a:xfrm>
            <a:off x="5655945" y="2584450"/>
            <a:ext cx="1292860" cy="645160"/>
          </a:xfrm>
          <a:prstGeom prst="rect">
            <a:avLst/>
          </a:prstGeom>
          <a:noFill/>
        </p:spPr>
        <p:txBody>
          <a:bodyPr wrap="square" rtlCol="0">
            <a:spAutoFit/>
          </a:bodyPr>
          <a:p>
            <a:r>
              <a:rPr lang="zh-CN" altLang="en-US"/>
              <a:t>画一个空间</a:t>
            </a:r>
            <a:r>
              <a:rPr lang="zh-CN" altLang="en-US"/>
              <a:t>树</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）回溯模板</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）回溯模板（有剪枝</a:t>
            </a:r>
            <a:r>
              <a:rPr lang="zh-CN">
                <a:solidFill>
                  <a:srgbClr val="000066"/>
                </a:solidFill>
                <a:latin typeface="+mj-ea"/>
                <a:ea typeface="+mj-ea"/>
              </a:rPr>
              <a:t>）</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3</a:t>
            </a:r>
            <a:r>
              <a:rPr lang="zh-CN">
                <a:solidFill>
                  <a:srgbClr val="000066"/>
                </a:solidFill>
                <a:latin typeface="+mj-ea"/>
                <a:ea typeface="+mj-ea"/>
              </a:rPr>
              <a:t>）空间树类型：子集树，全排列树，</a:t>
            </a:r>
            <a:r>
              <a:rPr lang="en-US" altLang="zh-CN">
                <a:solidFill>
                  <a:srgbClr val="000066"/>
                </a:solidFill>
                <a:latin typeface="+mj-ea"/>
                <a:ea typeface="+mj-ea"/>
              </a:rPr>
              <a:t>n</a:t>
            </a:r>
            <a:r>
              <a:rPr lang="zh-CN" altLang="en-US">
                <a:solidFill>
                  <a:srgbClr val="000066"/>
                </a:solidFill>
                <a:latin typeface="+mj-ea"/>
                <a:ea typeface="+mj-ea"/>
              </a:rPr>
              <a:t>叉树</a:t>
            </a:r>
            <a:r>
              <a:rPr lang="en-US" altLang="zh-CN">
                <a:solidFill>
                  <a:srgbClr val="000066"/>
                </a:solidFill>
                <a:latin typeface="+mj-ea"/>
                <a:ea typeface="+mj-ea"/>
              </a:rPr>
              <a:t> </a:t>
            </a:r>
            <a:endParaRPr lang="zh-CN" altLang="en-US">
              <a:solidFill>
                <a:srgbClr val="000066"/>
              </a:solidFill>
              <a:latin typeface="+mj-ea"/>
              <a:ea typeface="+mj-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9109</Words>
  <Application>WPS 演示</Application>
  <PresentationFormat>全屏显示(4:3)</PresentationFormat>
  <Paragraphs>1547</Paragraphs>
  <Slides>67</Slides>
  <Notes>16</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67</vt:i4>
      </vt:variant>
    </vt:vector>
  </HeadingPairs>
  <TitlesOfParts>
    <vt:vector size="8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392</cp:revision>
  <dcterms:created xsi:type="dcterms:W3CDTF">2010-09-23T08:30:00Z</dcterms:created>
  <dcterms:modified xsi:type="dcterms:W3CDTF">2025-12-04T16:05:05Z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2052-12.1.0.23542</vt:lpwstr>
  </property>
</Properties>
</file>